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d84c50151c4a8a" /><Relationship Type="http://schemas.openxmlformats.org/officeDocument/2006/relationships/extended-properties" Target="/docProps/app.xml" Id="R66b1753d66c74ef6" /><Relationship Type="http://schemas.openxmlformats.org/officeDocument/2006/relationships/officeDocument" Target="/ppt/presentation.xml" Id="Re24be603cdce4e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56d5b8ad94404e"/>
  </p:sldMasterIdLst>
  <p:notesMasterIdLst>
    <p:notesMasterId xmlns:r="http://schemas.openxmlformats.org/officeDocument/2006/relationships" r:id="Rf5be08fba20447a4"/>
  </p:notesMasterIdLst>
  <p:sldIdLst>
    <p:sldId xmlns:r="http://schemas.openxmlformats.org/officeDocument/2006/relationships" id="256" r:id="R8098d5982e5a4698"/>
    <p:sldId xmlns:r="http://schemas.openxmlformats.org/officeDocument/2006/relationships" id="257" r:id="R5a53cfdf863a4189"/>
    <p:sldId xmlns:r="http://schemas.openxmlformats.org/officeDocument/2006/relationships" id="258" r:id="R872d60c270654470"/>
    <p:sldId xmlns:r="http://schemas.openxmlformats.org/officeDocument/2006/relationships" id="259" r:id="Ra4cea10d0e1646c4"/>
    <p:sldId xmlns:r="http://schemas.openxmlformats.org/officeDocument/2006/relationships" id="260" r:id="Rf32b7e271d694ec9"/>
    <p:sldId xmlns:r="http://schemas.openxmlformats.org/officeDocument/2006/relationships" id="261" r:id="Rf456cd4bc0bb430e"/>
    <p:sldId xmlns:r="http://schemas.openxmlformats.org/officeDocument/2006/relationships" id="262" r:id="Rac23e13435fb429d"/>
    <p:sldId xmlns:r="http://schemas.openxmlformats.org/officeDocument/2006/relationships" id="263" r:id="Rf3cfd9741b444703"/>
    <p:sldId xmlns:r="http://schemas.openxmlformats.org/officeDocument/2006/relationships" id="264" r:id="Ra1de5a297695419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d244e999d249f0" /><Relationship Type="http://schemas.openxmlformats.org/officeDocument/2006/relationships/slideMaster" Target="/ppt/slideMasters/slideMaster1.xml" Id="Rd956d5b8ad94404e" /><Relationship Type="http://schemas.openxmlformats.org/officeDocument/2006/relationships/notesMaster" Target="/ppt/notesMasters/notesMaster1.xml" Id="Rf5be08fba20447a4" /><Relationship Type="http://schemas.openxmlformats.org/officeDocument/2006/relationships/presProps" Target="/ppt/presProps.xml" Id="Rb20d57efac4049af" /><Relationship Type="http://schemas.openxmlformats.org/officeDocument/2006/relationships/tableStyles" Target="/ppt/tableStyles.xml" Id="Re04ed67bb1244fb1" /><Relationship Type="http://schemas.openxmlformats.org/officeDocument/2006/relationships/slide" Target="/ppt/slides/slide1.xml" Id="R8098d5982e5a4698" /><Relationship Type="http://schemas.openxmlformats.org/officeDocument/2006/relationships/slide" Target="/ppt/slides/slide2.xml" Id="R5a53cfdf863a4189" /><Relationship Type="http://schemas.openxmlformats.org/officeDocument/2006/relationships/slide" Target="/ppt/slides/slide3.xml" Id="R872d60c270654470" /><Relationship Type="http://schemas.openxmlformats.org/officeDocument/2006/relationships/slide" Target="/ppt/slides/slide4.xml" Id="Ra4cea10d0e1646c4" /><Relationship Type="http://schemas.openxmlformats.org/officeDocument/2006/relationships/slide" Target="/ppt/slides/slide5.xml" Id="Rf32b7e271d694ec9" /><Relationship Type="http://schemas.openxmlformats.org/officeDocument/2006/relationships/slide" Target="/ppt/slides/slide6.xml" Id="Rf456cd4bc0bb430e" /><Relationship Type="http://schemas.openxmlformats.org/officeDocument/2006/relationships/slide" Target="/ppt/slides/slide7.xml" Id="Rac23e13435fb429d" /><Relationship Type="http://schemas.openxmlformats.org/officeDocument/2006/relationships/slide" Target="/ppt/slides/slide8.xml" Id="Rf3cfd9741b444703" /><Relationship Type="http://schemas.openxmlformats.org/officeDocument/2006/relationships/slide" Target="/ppt/slides/slide9.xml" Id="Ra1de5a29769541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a8d294aedd41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94aa3f72fa499d" /><Relationship Type="http://schemas.openxmlformats.org/officeDocument/2006/relationships/notesMaster" Target="/ppt/notesMasters/notesMaster1.xml" Id="R9650d265137541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c99c1cdf744370" /><Relationship Type="http://schemas.openxmlformats.org/officeDocument/2006/relationships/notesMaster" Target="/ppt/notesMasters/notesMaster1.xml" Id="Rc008534090ed4d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4beecd37ab4335" /><Relationship Type="http://schemas.openxmlformats.org/officeDocument/2006/relationships/notesMaster" Target="/ppt/notesMasters/notesMaster1.xml" Id="R310ed0184cfa49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be913c84a04d6d" /><Relationship Type="http://schemas.openxmlformats.org/officeDocument/2006/relationships/notesMaster" Target="/ppt/notesMasters/notesMaster1.xml" Id="Rab9b4571faa441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7df45b0849403e" /><Relationship Type="http://schemas.openxmlformats.org/officeDocument/2006/relationships/notesMaster" Target="/ppt/notesMasters/notesMaster1.xml" Id="R451b018d285247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d4ef08127d42b6" /><Relationship Type="http://schemas.openxmlformats.org/officeDocument/2006/relationships/notesMaster" Target="/ppt/notesMasters/notesMaster1.xml" Id="R0f42099c881542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47806cb86f47ba" /><Relationship Type="http://schemas.openxmlformats.org/officeDocument/2006/relationships/notesMaster" Target="/ppt/notesMasters/notesMaster1.xml" Id="Rd2dae0ec748946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c43553869e43a1" /><Relationship Type="http://schemas.openxmlformats.org/officeDocument/2006/relationships/notesMaster" Target="/ppt/notesMasters/notesMaster1.xml" Id="Re50800ae5ec542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808ffdcbbb4789" /><Relationship Type="http://schemas.openxmlformats.org/officeDocument/2006/relationships/notesMaster" Target="/ppt/notesMasters/notesMaster1.xml" Id="R1a19fe3a530441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diagram: patchcore-location-map.svg. All diagram text and geometry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diagram: patchcore-memory-distance-concept.svg. All diagram text and geometry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diagram: patchcore-high-dimensional-features.svg. All diagram text and geometry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diagram: patchcore-feature-shapes.svg. All diagram text and geometry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diagram: patchcore-local-aggregation.svg. All diagram text and geometry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diagram: patchcore-coreset-comparison.svg. All diagram text and geometry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diagram: patchcore-greedy-kcenter.svg. All diagram text and geometry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diagram: patchcore-nearest-neighbor-anomaly.svg. All diagram text and geometry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diagram: patchcore-inference-scores.svg. All diagram text and geometry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9b5b747be41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a2b2b2c779414a" /><Relationship Type="http://schemas.openxmlformats.org/officeDocument/2006/relationships/slideLayout" Target="/ppt/slideLayouts/slideLayout1.xml" Id="Re083ba3e4e9147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83ba3e4e9147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6c016e4c4441d" /><Relationship Type="http://schemas.openxmlformats.org/officeDocument/2006/relationships/notesSlide" Target="/ppt/notesSlides/notesSlide1.xml" Id="Rba31c506e04243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bde5ae5094796" /><Relationship Type="http://schemas.openxmlformats.org/officeDocument/2006/relationships/notesSlide" Target="/ppt/notesSlides/notesSlide2.xml" Id="R2a7a3f07d1ea48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70329bd5e48bf" /><Relationship Type="http://schemas.openxmlformats.org/officeDocument/2006/relationships/notesSlide" Target="/ppt/notesSlides/notesSlide3.xml" Id="Ree3d64cfa30f4a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88a7c576f41e6" /><Relationship Type="http://schemas.openxmlformats.org/officeDocument/2006/relationships/notesSlide" Target="/ppt/notesSlides/notesSlide4.xml" Id="R8ef7a903827e4d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2d5c2eee1462f" /><Relationship Type="http://schemas.openxmlformats.org/officeDocument/2006/relationships/notesSlide" Target="/ppt/notesSlides/notesSlide5.xml" Id="R3557e55dfb6a42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84ac160744f67" /><Relationship Type="http://schemas.openxmlformats.org/officeDocument/2006/relationships/notesSlide" Target="/ppt/notesSlides/notesSlide6.xml" Id="R880f26bab6d946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aadf0dcf44fd1" /><Relationship Type="http://schemas.openxmlformats.org/officeDocument/2006/relationships/notesSlide" Target="/ppt/notesSlides/notesSlide7.xml" Id="R8ea5dcab328a4d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3948f894e449f" /><Relationship Type="http://schemas.openxmlformats.org/officeDocument/2006/relationships/notesSlide" Target="/ppt/notesSlides/notesSlide8.xml" Id="R5a8bd1b8a80742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16fd0e73841d1" /><Relationship Type="http://schemas.openxmlformats.org/officeDocument/2006/relationships/notesSlide" Target="/ppt/notesSlides/notesSlide9.xml" Id="R8693cc1891a347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diagram-1-0001">
            <a:extLst xmlns:a="http://schemas.openxmlformats.org/drawingml/2006/main">
              <a:ext uri="{FF2B5EF4-FFF2-40B4-BE49-F238E27FC236}">
                <a16:creationId xmlns:a16="http://schemas.microsoft.com/office/drawing/2014/main" id="{36AD3F66-50C7-4B3E-97C4-F2F62686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5240000" cy="752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iagram-1-0002">
            <a:extLst xmlns:a="http://schemas.openxmlformats.org/drawingml/2006/main">
              <a:ext uri="{FF2B5EF4-FFF2-40B4-BE49-F238E27FC236}">
                <a16:creationId xmlns:a16="http://schemas.microsoft.com/office/drawing/2014/main" id="{2BA33A01-E3C6-4B0E-BE4E-A3D38001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28116"/>
            <a:ext cx="8513445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異常は画像全体ではなく、場所ごとに見つける</a:t>
            </a:r>
          </a:p>
        </p:txBody>
      </p:sp>
      <p:sp>
        <p:nvSpPr>
          <p:cNvPr id="3" name="diagram-1-0003">
            <a:extLst xmlns:a="http://schemas.openxmlformats.org/drawingml/2006/main">
              <a:ext uri="{FF2B5EF4-FFF2-40B4-BE49-F238E27FC236}">
                <a16:creationId xmlns:a16="http://schemas.microsoft.com/office/drawing/2014/main" id="{540C6191-BD98-4136-92DE-208082C1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7429"/>
            <a:ext cx="6837045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各位置のパッチ特徴を正常の特徴と比べ、距離を元の位置へ戻す</a:t>
            </a:r>
          </a:p>
        </p:txBody>
      </p:sp>
      <p:sp>
        <p:nvSpPr>
          <p:cNvPr id="4" name="diagram-1-0004">
            <a:extLst xmlns:a="http://schemas.openxmlformats.org/drawingml/2006/main">
              <a:ext uri="{FF2B5EF4-FFF2-40B4-BE49-F238E27FC236}">
                <a16:creationId xmlns:a16="http://schemas.microsoft.com/office/drawing/2014/main" id="{B93682B9-8414-4F6C-AB81-B0DB840E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" y="2415921"/>
            <a:ext cx="249936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正常画像の見た目</a:t>
            </a:r>
          </a:p>
        </p:txBody>
      </p:sp>
      <p:sp>
        <p:nvSpPr>
          <p:cNvPr id="5" name="diagram-1-0005">
            <a:extLst xmlns:a="http://schemas.openxmlformats.org/drawingml/2006/main">
              <a:ext uri="{FF2B5EF4-FFF2-40B4-BE49-F238E27FC236}">
                <a16:creationId xmlns:a16="http://schemas.microsoft.com/office/drawing/2014/main" id="{CB669841-9E2D-4294-BA7C-439DE21B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70" y="2415921"/>
            <a:ext cx="249936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検査画像の見た目</a:t>
            </a:r>
          </a:p>
        </p:txBody>
      </p:sp>
      <p:sp>
        <p:nvSpPr>
          <p:cNvPr id="6" name="diagram-1-0006">
            <a:extLst xmlns:a="http://schemas.openxmlformats.org/drawingml/2006/main">
              <a:ext uri="{FF2B5EF4-FFF2-40B4-BE49-F238E27FC236}">
                <a16:creationId xmlns:a16="http://schemas.microsoft.com/office/drawing/2014/main" id="{2131103B-0082-4F9D-9B25-9B3044C6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415921"/>
            <a:ext cx="16192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異常マップ</a:t>
            </a:r>
          </a:p>
        </p:txBody>
      </p:sp>
      <p:sp>
        <p:nvSpPr>
          <p:cNvPr id="7" name="diagram-1-0007">
            <a:extLst xmlns:a="http://schemas.openxmlformats.org/drawingml/2006/main">
              <a:ext uri="{FF2B5EF4-FFF2-40B4-BE49-F238E27FC236}">
                <a16:creationId xmlns:a16="http://schemas.microsoft.com/office/drawing/2014/main" id="{F7EEC59A-4F54-4034-93F0-05C110F1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8" name="diagram-1-0008">
            <a:extLst xmlns:a="http://schemas.openxmlformats.org/drawingml/2006/main">
              <a:ext uri="{FF2B5EF4-FFF2-40B4-BE49-F238E27FC236}">
                <a16:creationId xmlns:a16="http://schemas.microsoft.com/office/drawing/2014/main" id="{C546F9DA-DC63-4933-B8D0-047C059C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9" name="diagram-1-0009">
            <a:extLst xmlns:a="http://schemas.openxmlformats.org/drawingml/2006/main">
              <a:ext uri="{FF2B5EF4-FFF2-40B4-BE49-F238E27FC236}">
                <a16:creationId xmlns:a16="http://schemas.microsoft.com/office/drawing/2014/main" id="{85FB40C1-5E23-4473-A217-09695D16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0" name="diagram-1-0010">
            <a:extLst xmlns:a="http://schemas.openxmlformats.org/drawingml/2006/main">
              <a:ext uri="{FF2B5EF4-FFF2-40B4-BE49-F238E27FC236}">
                <a16:creationId xmlns:a16="http://schemas.microsoft.com/office/drawing/2014/main" id="{093108B0-BE09-414B-9E40-C9BAE132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1" name="diagram-1-0011">
            <a:extLst xmlns:a="http://schemas.openxmlformats.org/drawingml/2006/main">
              <a:ext uri="{FF2B5EF4-FFF2-40B4-BE49-F238E27FC236}">
                <a16:creationId xmlns:a16="http://schemas.microsoft.com/office/drawing/2014/main" id="{35F79EE8-4441-49E1-B7B1-211E95C9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2" name="diagram-1-0012">
            <a:extLst xmlns:a="http://schemas.openxmlformats.org/drawingml/2006/main">
              <a:ext uri="{FF2B5EF4-FFF2-40B4-BE49-F238E27FC236}">
                <a16:creationId xmlns:a16="http://schemas.microsoft.com/office/drawing/2014/main" id="{113C1CD6-9C3D-4371-98D3-6C41A3ED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3" name="diagram-1-0013">
            <a:extLst xmlns:a="http://schemas.openxmlformats.org/drawingml/2006/main">
              <a:ext uri="{FF2B5EF4-FFF2-40B4-BE49-F238E27FC236}">
                <a16:creationId xmlns:a16="http://schemas.microsoft.com/office/drawing/2014/main" id="{FF858CF9-BF75-4C14-A493-DFDE5DD5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33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4" name="diagram-1-0014">
            <a:extLst xmlns:a="http://schemas.openxmlformats.org/drawingml/2006/main">
              <a:ext uri="{FF2B5EF4-FFF2-40B4-BE49-F238E27FC236}">
                <a16:creationId xmlns:a16="http://schemas.microsoft.com/office/drawing/2014/main" id="{65D7E044-8BFC-4968-AA2F-B7345655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33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5" name="diagram-1-0015">
            <a:extLst xmlns:a="http://schemas.openxmlformats.org/drawingml/2006/main">
              <a:ext uri="{FF2B5EF4-FFF2-40B4-BE49-F238E27FC236}">
                <a16:creationId xmlns:a16="http://schemas.microsoft.com/office/drawing/2014/main" id="{58A56410-E05A-4D07-91C4-2368706A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6" name="diagram-1-0016">
            <a:extLst xmlns:a="http://schemas.openxmlformats.org/drawingml/2006/main">
              <a:ext uri="{FF2B5EF4-FFF2-40B4-BE49-F238E27FC236}">
                <a16:creationId xmlns:a16="http://schemas.microsoft.com/office/drawing/2014/main" id="{F16EA42A-1A8B-4BA1-BFA1-055F4F47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7" name="diagram-1-0017">
            <a:extLst xmlns:a="http://schemas.openxmlformats.org/drawingml/2006/main">
              <a:ext uri="{FF2B5EF4-FFF2-40B4-BE49-F238E27FC236}">
                <a16:creationId xmlns:a16="http://schemas.microsoft.com/office/drawing/2014/main" id="{1ED544A0-E46C-438C-979B-F1B0FA51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8" name="diagram-1-0018">
            <a:extLst xmlns:a="http://schemas.openxmlformats.org/drawingml/2006/main">
              <a:ext uri="{FF2B5EF4-FFF2-40B4-BE49-F238E27FC236}">
                <a16:creationId xmlns:a16="http://schemas.microsoft.com/office/drawing/2014/main" id="{BBF33E31-2143-4EC0-8BFA-1A9BE61E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9" name="diagram-1-0019">
            <a:extLst xmlns:a="http://schemas.openxmlformats.org/drawingml/2006/main">
              <a:ext uri="{FF2B5EF4-FFF2-40B4-BE49-F238E27FC236}">
                <a16:creationId xmlns:a16="http://schemas.microsoft.com/office/drawing/2014/main" id="{63CDAB8A-6C81-469A-9907-FD70960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0" name="diagram-1-0020">
            <a:extLst xmlns:a="http://schemas.openxmlformats.org/drawingml/2006/main">
              <a:ext uri="{FF2B5EF4-FFF2-40B4-BE49-F238E27FC236}">
                <a16:creationId xmlns:a16="http://schemas.microsoft.com/office/drawing/2014/main" id="{0AA3F9AC-B9E8-4674-8E58-C038E3CB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1" name="diagram-1-0021">
            <a:extLst xmlns:a="http://schemas.openxmlformats.org/drawingml/2006/main">
              <a:ext uri="{FF2B5EF4-FFF2-40B4-BE49-F238E27FC236}">
                <a16:creationId xmlns:a16="http://schemas.microsoft.com/office/drawing/2014/main" id="{73F7AB3E-3B81-4B32-8EDE-57BDAA87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2" name="diagram-1-0022">
            <a:extLst xmlns:a="http://schemas.openxmlformats.org/drawingml/2006/main">
              <a:ext uri="{FF2B5EF4-FFF2-40B4-BE49-F238E27FC236}">
                <a16:creationId xmlns:a16="http://schemas.microsoft.com/office/drawing/2014/main" id="{6E588232-17D9-464D-87A8-FBBCF7B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3" name="diagram-1-0023">
            <a:extLst xmlns:a="http://schemas.openxmlformats.org/drawingml/2006/main">
              <a:ext uri="{FF2B5EF4-FFF2-40B4-BE49-F238E27FC236}">
                <a16:creationId xmlns:a16="http://schemas.microsoft.com/office/drawing/2014/main" id="{EF7D46E2-8670-45A2-A85D-60E3B835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4" name="diagram-1-0024">
            <a:extLst xmlns:a="http://schemas.openxmlformats.org/drawingml/2006/main">
              <a:ext uri="{FF2B5EF4-FFF2-40B4-BE49-F238E27FC236}">
                <a16:creationId xmlns:a16="http://schemas.microsoft.com/office/drawing/2014/main" id="{9E6B76EF-268F-4B3B-AFA4-0B653E35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5" name="diagram-1-0025">
            <a:extLst xmlns:a="http://schemas.openxmlformats.org/drawingml/2006/main">
              <a:ext uri="{FF2B5EF4-FFF2-40B4-BE49-F238E27FC236}">
                <a16:creationId xmlns:a16="http://schemas.microsoft.com/office/drawing/2014/main" id="{7E938785-4091-4EB9-BA0C-4A63F03C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6" name="diagram-1-0026">
            <a:extLst xmlns:a="http://schemas.openxmlformats.org/drawingml/2006/main">
              <a:ext uri="{FF2B5EF4-FFF2-40B4-BE49-F238E27FC236}">
                <a16:creationId xmlns:a16="http://schemas.microsoft.com/office/drawing/2014/main" id="{932BFA3D-9DEB-4985-9ADD-B298D125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7" name="diagram-1-0027">
            <a:extLst xmlns:a="http://schemas.openxmlformats.org/drawingml/2006/main">
              <a:ext uri="{FF2B5EF4-FFF2-40B4-BE49-F238E27FC236}">
                <a16:creationId xmlns:a16="http://schemas.microsoft.com/office/drawing/2014/main" id="{24106E9A-EB2A-4D78-885C-1BB54A62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33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8" name="diagram-1-0028">
            <a:extLst xmlns:a="http://schemas.openxmlformats.org/drawingml/2006/main">
              <a:ext uri="{FF2B5EF4-FFF2-40B4-BE49-F238E27FC236}">
                <a16:creationId xmlns:a16="http://schemas.microsoft.com/office/drawing/2014/main" id="{8A7C177C-3E58-4F79-86B3-A158876C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733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9" name="diagram-1-0029">
            <a:extLst xmlns:a="http://schemas.openxmlformats.org/drawingml/2006/main">
              <a:ext uri="{FF2B5EF4-FFF2-40B4-BE49-F238E27FC236}">
                <a16:creationId xmlns:a16="http://schemas.microsoft.com/office/drawing/2014/main" id="{A08E435A-B112-4CFF-922E-B2065FB7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733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0" name="diagram-1-0030">
            <a:extLst xmlns:a="http://schemas.openxmlformats.org/drawingml/2006/main">
              <a:ext uri="{FF2B5EF4-FFF2-40B4-BE49-F238E27FC236}">
                <a16:creationId xmlns:a16="http://schemas.microsoft.com/office/drawing/2014/main" id="{8DA71BA8-9220-42F3-B326-0DACD300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33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1" name="diagram-1-0031">
            <a:extLst xmlns:a="http://schemas.openxmlformats.org/drawingml/2006/main">
              <a:ext uri="{FF2B5EF4-FFF2-40B4-BE49-F238E27FC236}">
                <a16:creationId xmlns:a16="http://schemas.microsoft.com/office/drawing/2014/main" id="{9BDBDF70-BA6A-4777-B06E-F6822ECC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2" name="diagram-1-0032">
            <a:extLst xmlns:a="http://schemas.openxmlformats.org/drawingml/2006/main">
              <a:ext uri="{FF2B5EF4-FFF2-40B4-BE49-F238E27FC236}">
                <a16:creationId xmlns:a16="http://schemas.microsoft.com/office/drawing/2014/main" id="{E72BC2FD-60B5-474D-9494-8560ADC4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3" name="diagram-1-0033">
            <a:extLst xmlns:a="http://schemas.openxmlformats.org/drawingml/2006/main">
              <a:ext uri="{FF2B5EF4-FFF2-40B4-BE49-F238E27FC236}">
                <a16:creationId xmlns:a16="http://schemas.microsoft.com/office/drawing/2014/main" id="{B68FE8C6-5056-42BC-B114-046298DF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4" name="diagram-1-0034">
            <a:extLst xmlns:a="http://schemas.openxmlformats.org/drawingml/2006/main">
              <a:ext uri="{FF2B5EF4-FFF2-40B4-BE49-F238E27FC236}">
                <a16:creationId xmlns:a16="http://schemas.microsoft.com/office/drawing/2014/main" id="{EF08A93E-EDE4-4DEC-8283-7AC64E5A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5" name="diagram-1-0035">
            <a:extLst xmlns:a="http://schemas.openxmlformats.org/drawingml/2006/main">
              <a:ext uri="{FF2B5EF4-FFF2-40B4-BE49-F238E27FC236}">
                <a16:creationId xmlns:a16="http://schemas.microsoft.com/office/drawing/2014/main" id="{C86EA8AD-38EB-45F9-98EF-108B8EC2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6" name="diagram-1-0036">
            <a:extLst xmlns:a="http://schemas.openxmlformats.org/drawingml/2006/main">
              <a:ext uri="{FF2B5EF4-FFF2-40B4-BE49-F238E27FC236}">
                <a16:creationId xmlns:a16="http://schemas.microsoft.com/office/drawing/2014/main" id="{AFE1EC15-931D-4D1C-A1B8-6F42B0DC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7" name="diagram-1-0037">
            <a:extLst xmlns:a="http://schemas.openxmlformats.org/drawingml/2006/main">
              <a:ext uri="{FF2B5EF4-FFF2-40B4-BE49-F238E27FC236}">
                <a16:creationId xmlns:a16="http://schemas.microsoft.com/office/drawing/2014/main" id="{FDBD20EF-2A4A-4AA9-B333-9EF614E9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8" name="diagram-1-0038">
            <a:extLst xmlns:a="http://schemas.openxmlformats.org/drawingml/2006/main">
              <a:ext uri="{FF2B5EF4-FFF2-40B4-BE49-F238E27FC236}">
                <a16:creationId xmlns:a16="http://schemas.microsoft.com/office/drawing/2014/main" id="{54380C62-35A4-4130-B32C-CB6DCE07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9" name="diagram-1-0039">
            <a:extLst xmlns:a="http://schemas.openxmlformats.org/drawingml/2006/main">
              <a:ext uri="{FF2B5EF4-FFF2-40B4-BE49-F238E27FC236}">
                <a16:creationId xmlns:a16="http://schemas.microsoft.com/office/drawing/2014/main" id="{3E6C0575-51B4-46CA-A260-99F4B1A1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0" name="diagram-1-0040">
            <a:extLst xmlns:a="http://schemas.openxmlformats.org/drawingml/2006/main">
              <a:ext uri="{FF2B5EF4-FFF2-40B4-BE49-F238E27FC236}">
                <a16:creationId xmlns:a16="http://schemas.microsoft.com/office/drawing/2014/main" id="{39DF4A2D-27B2-44F0-AA3B-672CD17F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1" name="diagram-1-0041">
            <a:extLst xmlns:a="http://schemas.openxmlformats.org/drawingml/2006/main">
              <a:ext uri="{FF2B5EF4-FFF2-40B4-BE49-F238E27FC236}">
                <a16:creationId xmlns:a16="http://schemas.microsoft.com/office/drawing/2014/main" id="{7F06CF92-31E4-449F-8E5F-3CD6E4D0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2" name="diagram-1-0042">
            <a:extLst xmlns:a="http://schemas.openxmlformats.org/drawingml/2006/main">
              <a:ext uri="{FF2B5EF4-FFF2-40B4-BE49-F238E27FC236}">
                <a16:creationId xmlns:a16="http://schemas.microsoft.com/office/drawing/2014/main" id="{E5D98D49-DFD7-49C8-84F6-AE6CAF21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3" name="diagram-1-0043">
            <a:extLst xmlns:a="http://schemas.openxmlformats.org/drawingml/2006/main">
              <a:ext uri="{FF2B5EF4-FFF2-40B4-BE49-F238E27FC236}">
                <a16:creationId xmlns:a16="http://schemas.microsoft.com/office/drawing/2014/main" id="{2AAD3FD4-FF62-4FED-AF04-D6773C2B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733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4" name="diagram-1-0044">
            <a:extLst xmlns:a="http://schemas.openxmlformats.org/drawingml/2006/main">
              <a:ext uri="{FF2B5EF4-FFF2-40B4-BE49-F238E27FC236}">
                <a16:creationId xmlns:a16="http://schemas.microsoft.com/office/drawing/2014/main" id="{8D3F19AA-FB35-4E8A-B3ED-555881CA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733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B45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5" name="diagram-1-0045">
            <a:extLst xmlns:a="http://schemas.openxmlformats.org/drawingml/2006/main">
              <a:ext uri="{FF2B5EF4-FFF2-40B4-BE49-F238E27FC236}">
                <a16:creationId xmlns:a16="http://schemas.microsoft.com/office/drawing/2014/main" id="{393100F9-5BF3-4AEA-88C9-44438173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733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B45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6" name="diagram-1-0046">
            <a:extLst xmlns:a="http://schemas.openxmlformats.org/drawingml/2006/main">
              <a:ext uri="{FF2B5EF4-FFF2-40B4-BE49-F238E27FC236}">
                <a16:creationId xmlns:a16="http://schemas.microsoft.com/office/drawing/2014/main" id="{EFBC2C1F-BF84-49A1-9DAF-A5CF950D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7338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7" name="diagram-1-0047">
            <a:extLst xmlns:a="http://schemas.openxmlformats.org/drawingml/2006/main">
              <a:ext uri="{FF2B5EF4-FFF2-40B4-BE49-F238E27FC236}">
                <a16:creationId xmlns:a16="http://schemas.microsoft.com/office/drawing/2014/main" id="{214E4747-BE81-449F-AC7D-6B753121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8" name="diagram-1-0048">
            <a:extLst xmlns:a="http://schemas.openxmlformats.org/drawingml/2006/main">
              <a:ext uri="{FF2B5EF4-FFF2-40B4-BE49-F238E27FC236}">
                <a16:creationId xmlns:a16="http://schemas.microsoft.com/office/drawing/2014/main" id="{081C305A-3A94-497A-A2E5-B6AB2D4B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9" name="diagram-1-0049">
            <a:extLst xmlns:a="http://schemas.openxmlformats.org/drawingml/2006/main">
              <a:ext uri="{FF2B5EF4-FFF2-40B4-BE49-F238E27FC236}">
                <a16:creationId xmlns:a16="http://schemas.microsoft.com/office/drawing/2014/main" id="{1C74E835-14C3-43BC-B3A1-31AB29F9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0" name="diagram-1-0050">
            <a:extLst xmlns:a="http://schemas.openxmlformats.org/drawingml/2006/main">
              <a:ext uri="{FF2B5EF4-FFF2-40B4-BE49-F238E27FC236}">
                <a16:creationId xmlns:a16="http://schemas.microsoft.com/office/drawing/2014/main" id="{F30EF141-C4B0-4980-BCD0-EFC05CE2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41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1" name="diagram-1-0051">
            <a:extLst xmlns:a="http://schemas.openxmlformats.org/drawingml/2006/main">
              <a:ext uri="{FF2B5EF4-FFF2-40B4-BE49-F238E27FC236}">
                <a16:creationId xmlns:a16="http://schemas.microsoft.com/office/drawing/2014/main" id="{4FA4DED8-6D93-4802-9496-F131A754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2" name="diagram-1-0052">
            <a:extLst xmlns:a="http://schemas.openxmlformats.org/drawingml/2006/main">
              <a:ext uri="{FF2B5EF4-FFF2-40B4-BE49-F238E27FC236}">
                <a16:creationId xmlns:a16="http://schemas.microsoft.com/office/drawing/2014/main" id="{38FD9AB6-80FD-4E97-ACDF-5D1A5F76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3" name="diagram-1-0053">
            <a:extLst xmlns:a="http://schemas.openxmlformats.org/drawingml/2006/main">
              <a:ext uri="{FF2B5EF4-FFF2-40B4-BE49-F238E27FC236}">
                <a16:creationId xmlns:a16="http://schemas.microsoft.com/office/drawing/2014/main" id="{B344E850-68E5-4987-8CE9-8F574DFE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4" name="diagram-1-0054">
            <a:extLst xmlns:a="http://schemas.openxmlformats.org/drawingml/2006/main">
              <a:ext uri="{FF2B5EF4-FFF2-40B4-BE49-F238E27FC236}">
                <a16:creationId xmlns:a16="http://schemas.microsoft.com/office/drawing/2014/main" id="{0CCBB079-BB59-448B-A9C7-633CF275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5" name="diagram-1-0055">
            <a:extLst xmlns:a="http://schemas.openxmlformats.org/drawingml/2006/main">
              <a:ext uri="{FF2B5EF4-FFF2-40B4-BE49-F238E27FC236}">
                <a16:creationId xmlns:a16="http://schemas.microsoft.com/office/drawing/2014/main" id="{46E39DBB-F697-40AF-8AD7-C0D5FF75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190" y="4330446"/>
            <a:ext cx="44577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＋</a:t>
            </a:r>
          </a:p>
        </p:txBody>
      </p:sp>
      <p:sp>
        <p:nvSpPr>
          <p:cNvPr id="56" name="diagram-1-0056-segment-1">
            <a:extLst xmlns:a="http://schemas.openxmlformats.org/drawingml/2006/main">
              <a:ext uri="{FF2B5EF4-FFF2-40B4-BE49-F238E27FC236}">
                <a16:creationId xmlns:a16="http://schemas.microsoft.com/office/drawing/2014/main" id="{5AFA0B39-043E-4C4A-84ED-1A4A0F92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9600"/>
            <a:ext cx="952500" cy="953"/>
          </a:xfrm>
          <a:custGeom xmlns:a="http://schemas.openxmlformats.org/drawingml/2006/main">
            <a:pathLst>
              <a:path w="952500" h="953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57" name="diagram-1-0056-arrowhead">
            <a:extLst xmlns:a="http://schemas.openxmlformats.org/drawingml/2006/main">
              <a:ext uri="{FF2B5EF4-FFF2-40B4-BE49-F238E27FC236}">
                <a16:creationId xmlns:a16="http://schemas.microsoft.com/office/drawing/2014/main" id="{53BAF616-9E3F-464F-AB26-DE304AAD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719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iagram-1-0057">
            <a:extLst xmlns:a="http://schemas.openxmlformats.org/drawingml/2006/main">
              <a:ext uri="{FF2B5EF4-FFF2-40B4-BE49-F238E27FC236}">
                <a16:creationId xmlns:a16="http://schemas.microsoft.com/office/drawing/2014/main" id="{13C4C4B9-2EA3-4226-ACD3-57050D1E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2143125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59" name="diagram-1-0058">
            <a:extLst xmlns:a="http://schemas.openxmlformats.org/drawingml/2006/main">
              <a:ext uri="{FF2B5EF4-FFF2-40B4-BE49-F238E27FC236}">
                <a16:creationId xmlns:a16="http://schemas.microsoft.com/office/drawing/2014/main" id="{1AEBC1A5-89CB-41BA-826D-0811C513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4070604"/>
            <a:ext cx="1765935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各位置の特徴を</a:t>
            </a:r>
          </a:p>
        </p:txBody>
      </p:sp>
      <p:sp>
        <p:nvSpPr>
          <p:cNvPr id="60" name="diagram-1-0059">
            <a:extLst xmlns:a="http://schemas.openxmlformats.org/drawingml/2006/main">
              <a:ext uri="{FF2B5EF4-FFF2-40B4-BE49-F238E27FC236}">
                <a16:creationId xmlns:a16="http://schemas.microsoft.com/office/drawing/2014/main" id="{DCC9F85F-753D-4074-AAD1-AF87BD4C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4423029"/>
            <a:ext cx="1765935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正常特徴と照合</a:t>
            </a:r>
          </a:p>
        </p:txBody>
      </p:sp>
      <p:sp>
        <p:nvSpPr>
          <p:cNvPr id="61" name="diagram-1-0060-segment-1">
            <a:extLst xmlns:a="http://schemas.openxmlformats.org/drawingml/2006/main">
              <a:ext uri="{FF2B5EF4-FFF2-40B4-BE49-F238E27FC236}">
                <a16:creationId xmlns:a16="http://schemas.microsoft.com/office/drawing/2014/main" id="{A72772A3-DCF2-45D1-9C48-0406EB27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419600"/>
            <a:ext cx="142875" cy="953"/>
          </a:xfrm>
          <a:custGeom xmlns:a="http://schemas.openxmlformats.org/drawingml/2006/main">
            <a:pathLst>
              <a:path w="142875" h="953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62" name="diagram-1-0060-arrowhead">
            <a:extLst xmlns:a="http://schemas.openxmlformats.org/drawingml/2006/main">
              <a:ext uri="{FF2B5EF4-FFF2-40B4-BE49-F238E27FC236}">
                <a16:creationId xmlns:a16="http://schemas.microsoft.com/office/drawing/2014/main" id="{960F4989-76FA-46A9-9AB7-D340984F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3719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iagram-1-0061">
            <a:extLst xmlns:a="http://schemas.openxmlformats.org/drawingml/2006/main">
              <a:ext uri="{FF2B5EF4-FFF2-40B4-BE49-F238E27FC236}">
                <a16:creationId xmlns:a16="http://schemas.microsoft.com/office/drawing/2014/main" id="{DAACDF19-5865-450A-8E1F-23409F8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6004179"/>
            <a:ext cx="1304925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すべて正常</a:t>
            </a:r>
          </a:p>
        </p:txBody>
      </p:sp>
      <p:sp>
        <p:nvSpPr>
          <p:cNvPr id="64" name="diagram-1-0062">
            <a:extLst xmlns:a="http://schemas.openxmlformats.org/drawingml/2006/main">
              <a:ext uri="{FF2B5EF4-FFF2-40B4-BE49-F238E27FC236}">
                <a16:creationId xmlns:a16="http://schemas.microsoft.com/office/drawing/2014/main" id="{F012AB3A-69E3-4286-9051-705EE852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236" y="6004179"/>
            <a:ext cx="2356028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オレンジの2か所に傷</a:t>
            </a:r>
          </a:p>
        </p:txBody>
      </p:sp>
      <p:sp>
        <p:nvSpPr>
          <p:cNvPr id="65" name="diagram-1-0063">
            <a:extLst xmlns:a="http://schemas.openxmlformats.org/drawingml/2006/main">
              <a:ext uri="{FF2B5EF4-FFF2-40B4-BE49-F238E27FC236}">
                <a16:creationId xmlns:a16="http://schemas.microsoft.com/office/drawing/2014/main" id="{F0CE1194-3A0B-4ACB-A1D8-6187E770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3106" y="6004179"/>
            <a:ext cx="2817038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同じ2か所の距離が大きい</a:t>
            </a:r>
          </a:p>
        </p:txBody>
      </p:sp>
      <p:sp>
        <p:nvSpPr>
          <p:cNvPr id="66" name="diagram-1-0064-segment-1">
            <a:extLst xmlns:a="http://schemas.openxmlformats.org/drawingml/2006/main">
              <a:ext uri="{FF2B5EF4-FFF2-40B4-BE49-F238E27FC236}">
                <a16:creationId xmlns:a16="http://schemas.microsoft.com/office/drawing/2014/main" id="{D2C5DCD8-6716-4581-8929-4C3AC3F7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96075"/>
            <a:ext cx="13906500" cy="953"/>
          </a:xfrm>
          <a:custGeom xmlns:a="http://schemas.openxmlformats.org/drawingml/2006/main">
            <a:pathLst>
              <a:path w="13906500" h="953">
                <a:moveTo>
                  <a:pt x="0" y="0"/>
                </a:moveTo>
                <a:lnTo>
                  <a:pt x="1390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DDE4"/>
            </a:solidFill>
            <a:prstDash val="solid"/>
          </a:ln>
        </p:spPr>
      </p:sp>
      <p:sp>
        <p:nvSpPr>
          <p:cNvPr id="67" name="diagram-1-0065">
            <a:extLst xmlns:a="http://schemas.openxmlformats.org/drawingml/2006/main">
              <a:ext uri="{FF2B5EF4-FFF2-40B4-BE49-F238E27FC236}">
                <a16:creationId xmlns:a16="http://schemas.microsoft.com/office/drawing/2014/main" id="{3B753197-0BD9-4AA8-B761-235D4D8D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0" y="6916293"/>
            <a:ext cx="568452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場所ごとの距離を並べると、異常の位置が見える</a:t>
            </a:r>
          </a:p>
        </p:txBody>
      </p:sp>
      <p:sp>
        <p:nvSpPr>
          <p:cNvPr id="68" name="diagram-1-0066">
            <a:extLst xmlns:a="http://schemas.openxmlformats.org/drawingml/2006/main">
              <a:ext uri="{FF2B5EF4-FFF2-40B4-BE49-F238E27FC236}">
                <a16:creationId xmlns:a16="http://schemas.microsoft.com/office/drawing/2014/main" id="{7AEB7BF7-D4C7-4D7F-AFEC-E2531DE9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398" y="7418451"/>
            <a:ext cx="933320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※ 4×4は説明用。実際は正常画像のパッチ特徴を集めたメモリバンクと比較し、例では28×28位置を使う。</a:t>
            </a:r>
          </a:p>
        </p:txBody>
      </p:sp>
    </p:spTree>
    <p:extLst>
      <p:ext uri="{BB962C8B-B14F-4D97-AF65-F5344CB8AC3E}">
        <p14:creationId xmlns:p14="http://schemas.microsoft.com/office/powerpoint/2010/main" val="98534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diagram-2-0001">
            <a:extLst xmlns:a="http://schemas.openxmlformats.org/drawingml/2006/main">
              <a:ext uri="{FF2B5EF4-FFF2-40B4-BE49-F238E27FC236}">
                <a16:creationId xmlns:a16="http://schemas.microsoft.com/office/drawing/2014/main" id="{B875C05A-0BCD-48DA-8CB3-302CE983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1583"/>
            <a:ext cx="15240000" cy="7789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iagram-2-0002">
            <a:extLst xmlns:a="http://schemas.openxmlformats.org/drawingml/2006/main">
              <a:ext uri="{FF2B5EF4-FFF2-40B4-BE49-F238E27FC236}">
                <a16:creationId xmlns:a16="http://schemas.microsoft.com/office/drawing/2014/main" id="{0210AB79-1EDD-4856-A9E0-7764A054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67" y="741426"/>
            <a:ext cx="814324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6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正常の特徴にどれだけ近いかで、異常度を決める</a:t>
            </a:r>
          </a:p>
        </p:txBody>
      </p:sp>
      <p:sp>
        <p:nvSpPr>
          <p:cNvPr id="3" name="diagram-2-0003">
            <a:extLst xmlns:a="http://schemas.openxmlformats.org/drawingml/2006/main">
              <a:ext uri="{FF2B5EF4-FFF2-40B4-BE49-F238E27FC236}">
                <a16:creationId xmlns:a16="http://schemas.microsoft.com/office/drawing/2014/main" id="{341F25C8-B797-4DBD-8B67-B33F94D3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67" y="1276181"/>
            <a:ext cx="6418783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PatchCoreの基本：正常パッチの特徴を記憶し、検査パッチと比較する</a:t>
            </a:r>
          </a:p>
        </p:txBody>
      </p:sp>
      <p:sp>
        <p:nvSpPr>
          <p:cNvPr id="4" name="diagram-2-0004">
            <a:extLst xmlns:a="http://schemas.openxmlformats.org/drawingml/2006/main">
              <a:ext uri="{FF2B5EF4-FFF2-40B4-BE49-F238E27FC236}">
                <a16:creationId xmlns:a16="http://schemas.microsoft.com/office/drawing/2014/main" id="{69DB11C8-DC4D-4969-BA10-AA9BB976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913551"/>
            <a:ext cx="2998927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① 正常画像から記憶する</a:t>
            </a:r>
          </a:p>
        </p:txBody>
      </p:sp>
      <p:sp>
        <p:nvSpPr>
          <p:cNvPr id="5" name="diagram-2-0005">
            <a:extLst xmlns:a="http://schemas.openxmlformats.org/drawingml/2006/main">
              <a:ext uri="{FF2B5EF4-FFF2-40B4-BE49-F238E27FC236}">
                <a16:creationId xmlns:a16="http://schemas.microsoft.com/office/drawing/2014/main" id="{17F54AC5-CF7A-4760-BE5C-268149F4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67" y="2592917"/>
            <a:ext cx="880533" cy="880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167">
            <a:solidFill>
              <a:srgbClr val="172233"/>
            </a:solidFill>
            <a:prstDash val="solid"/>
          </a:ln>
        </p:spPr>
      </p:sp>
      <p:sp>
        <p:nvSpPr>
          <p:cNvPr id="6" name="diagram-2-0006-segment-1">
            <a:extLst xmlns:a="http://schemas.openxmlformats.org/drawingml/2006/main">
              <a:ext uri="{FF2B5EF4-FFF2-40B4-BE49-F238E27FC236}">
                <a16:creationId xmlns:a16="http://schemas.microsoft.com/office/drawing/2014/main" id="{7A56A80D-EFE5-405D-9702-4E190651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92917"/>
            <a:ext cx="953" cy="880533"/>
          </a:xfrm>
          <a:custGeom xmlns:a="http://schemas.openxmlformats.org/drawingml/2006/main">
            <a:pathLst>
              <a:path w="953" h="880533">
                <a:moveTo>
                  <a:pt x="0" y="0"/>
                </a:moveTo>
                <a:lnTo>
                  <a:pt x="0" y="880533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7" name="diagram-2-0006-segment-2">
            <a:extLst xmlns:a="http://schemas.openxmlformats.org/drawingml/2006/main">
              <a:ext uri="{FF2B5EF4-FFF2-40B4-BE49-F238E27FC236}">
                <a16:creationId xmlns:a16="http://schemas.microsoft.com/office/drawing/2014/main" id="{543C5869-8B33-42E9-B482-138E4E76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407" y="2592917"/>
            <a:ext cx="953" cy="880533"/>
          </a:xfrm>
          <a:custGeom xmlns:a="http://schemas.openxmlformats.org/drawingml/2006/main">
            <a:pathLst>
              <a:path w="953" h="880533">
                <a:moveTo>
                  <a:pt x="0" y="0"/>
                </a:moveTo>
                <a:lnTo>
                  <a:pt x="0" y="880533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8" name="diagram-2-0006-segment-3">
            <a:extLst xmlns:a="http://schemas.openxmlformats.org/drawingml/2006/main">
              <a:ext uri="{FF2B5EF4-FFF2-40B4-BE49-F238E27FC236}">
                <a16:creationId xmlns:a16="http://schemas.microsoft.com/office/drawing/2014/main" id="{7BB80ED6-5E0B-48F7-B231-0E683EA0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67" y="2886710"/>
            <a:ext cx="880533" cy="953"/>
          </a:xfrm>
          <a:custGeom xmlns:a="http://schemas.openxmlformats.org/drawingml/2006/main">
            <a:pathLst>
              <a:path w="880533" h="953">
                <a:moveTo>
                  <a:pt x="0" y="0"/>
                </a:moveTo>
                <a:lnTo>
                  <a:pt x="880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9" name="diagram-2-0006-segment-4">
            <a:extLst xmlns:a="http://schemas.openxmlformats.org/drawingml/2006/main">
              <a:ext uri="{FF2B5EF4-FFF2-40B4-BE49-F238E27FC236}">
                <a16:creationId xmlns:a16="http://schemas.microsoft.com/office/drawing/2014/main" id="{F824B6C6-0BEA-4A33-97EF-B34418EC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67" y="3179657"/>
            <a:ext cx="880533" cy="953"/>
          </a:xfrm>
          <a:custGeom xmlns:a="http://schemas.openxmlformats.org/drawingml/2006/main">
            <a:pathLst>
              <a:path w="880533" h="953">
                <a:moveTo>
                  <a:pt x="0" y="0"/>
                </a:moveTo>
                <a:lnTo>
                  <a:pt x="880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10" name="diagram-2-0007">
            <a:extLst xmlns:a="http://schemas.openxmlformats.org/drawingml/2006/main">
              <a:ext uri="{FF2B5EF4-FFF2-40B4-BE49-F238E27FC236}">
                <a16:creationId xmlns:a16="http://schemas.microsoft.com/office/drawing/2014/main" id="{7A4150DF-5028-4EA6-84AF-701FC12C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667" y="2592917"/>
            <a:ext cx="880533" cy="880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167">
            <a:solidFill>
              <a:srgbClr val="172233"/>
            </a:solidFill>
            <a:prstDash val="solid"/>
          </a:ln>
        </p:spPr>
      </p:sp>
      <p:sp>
        <p:nvSpPr>
          <p:cNvPr id="11" name="diagram-2-0008-segment-1">
            <a:extLst xmlns:a="http://schemas.openxmlformats.org/drawingml/2006/main">
              <a:ext uri="{FF2B5EF4-FFF2-40B4-BE49-F238E27FC236}">
                <a16:creationId xmlns:a16="http://schemas.microsoft.com/office/drawing/2014/main" id="{1F043287-9716-46CE-91D7-5A762FB5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60" y="2592917"/>
            <a:ext cx="953" cy="880533"/>
          </a:xfrm>
          <a:custGeom xmlns:a="http://schemas.openxmlformats.org/drawingml/2006/main">
            <a:pathLst>
              <a:path w="953" h="880533">
                <a:moveTo>
                  <a:pt x="0" y="0"/>
                </a:moveTo>
                <a:lnTo>
                  <a:pt x="0" y="880533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12" name="diagram-2-0008-segment-2">
            <a:extLst xmlns:a="http://schemas.openxmlformats.org/drawingml/2006/main">
              <a:ext uri="{FF2B5EF4-FFF2-40B4-BE49-F238E27FC236}">
                <a16:creationId xmlns:a16="http://schemas.microsoft.com/office/drawing/2014/main" id="{48416F20-7CA8-4541-A530-6C0201D2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407" y="2592917"/>
            <a:ext cx="953" cy="880533"/>
          </a:xfrm>
          <a:custGeom xmlns:a="http://schemas.openxmlformats.org/drawingml/2006/main">
            <a:pathLst>
              <a:path w="953" h="880533">
                <a:moveTo>
                  <a:pt x="0" y="0"/>
                </a:moveTo>
                <a:lnTo>
                  <a:pt x="0" y="880533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13" name="diagram-2-0008-segment-3">
            <a:extLst xmlns:a="http://schemas.openxmlformats.org/drawingml/2006/main">
              <a:ext uri="{FF2B5EF4-FFF2-40B4-BE49-F238E27FC236}">
                <a16:creationId xmlns:a16="http://schemas.microsoft.com/office/drawing/2014/main" id="{2AA7DC0C-0DD4-4827-A30D-63ED5297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667" y="2886710"/>
            <a:ext cx="880533" cy="953"/>
          </a:xfrm>
          <a:custGeom xmlns:a="http://schemas.openxmlformats.org/drawingml/2006/main">
            <a:pathLst>
              <a:path w="880533" h="953">
                <a:moveTo>
                  <a:pt x="0" y="0"/>
                </a:moveTo>
                <a:lnTo>
                  <a:pt x="880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14" name="diagram-2-0008-segment-4">
            <a:extLst xmlns:a="http://schemas.openxmlformats.org/drawingml/2006/main">
              <a:ext uri="{FF2B5EF4-FFF2-40B4-BE49-F238E27FC236}">
                <a16:creationId xmlns:a16="http://schemas.microsoft.com/office/drawing/2014/main" id="{17E7C9A0-2182-47D7-943A-7D5A3EAF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667" y="3179657"/>
            <a:ext cx="880533" cy="953"/>
          </a:xfrm>
          <a:custGeom xmlns:a="http://schemas.openxmlformats.org/drawingml/2006/main">
            <a:pathLst>
              <a:path w="880533" h="953">
                <a:moveTo>
                  <a:pt x="0" y="0"/>
                </a:moveTo>
                <a:lnTo>
                  <a:pt x="880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15" name="diagram-2-0009">
            <a:extLst xmlns:a="http://schemas.openxmlformats.org/drawingml/2006/main">
              <a:ext uri="{FF2B5EF4-FFF2-40B4-BE49-F238E27FC236}">
                <a16:creationId xmlns:a16="http://schemas.microsoft.com/office/drawing/2014/main" id="{571E75D5-147C-4AF5-B43D-D0527252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667" y="2592917"/>
            <a:ext cx="880533" cy="880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167">
            <a:solidFill>
              <a:srgbClr val="172233"/>
            </a:solidFill>
            <a:prstDash val="solid"/>
          </a:ln>
        </p:spPr>
      </p:sp>
      <p:sp>
        <p:nvSpPr>
          <p:cNvPr id="16" name="diagram-2-0010-segment-1">
            <a:extLst xmlns:a="http://schemas.openxmlformats.org/drawingml/2006/main">
              <a:ext uri="{FF2B5EF4-FFF2-40B4-BE49-F238E27FC236}">
                <a16:creationId xmlns:a16="http://schemas.microsoft.com/office/drawing/2014/main" id="{21AC0D67-CF71-4B8E-A266-DC9C91FD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460" y="2592917"/>
            <a:ext cx="953" cy="880533"/>
          </a:xfrm>
          <a:custGeom xmlns:a="http://schemas.openxmlformats.org/drawingml/2006/main">
            <a:pathLst>
              <a:path w="953" h="880533">
                <a:moveTo>
                  <a:pt x="0" y="0"/>
                </a:moveTo>
                <a:lnTo>
                  <a:pt x="0" y="880533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17" name="diagram-2-0010-segment-2">
            <a:extLst xmlns:a="http://schemas.openxmlformats.org/drawingml/2006/main">
              <a:ext uri="{FF2B5EF4-FFF2-40B4-BE49-F238E27FC236}">
                <a16:creationId xmlns:a16="http://schemas.microsoft.com/office/drawing/2014/main" id="{2485D35B-5D23-4AFF-B3E9-76C2C812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407" y="2592917"/>
            <a:ext cx="953" cy="880533"/>
          </a:xfrm>
          <a:custGeom xmlns:a="http://schemas.openxmlformats.org/drawingml/2006/main">
            <a:pathLst>
              <a:path w="953" h="880533">
                <a:moveTo>
                  <a:pt x="0" y="0"/>
                </a:moveTo>
                <a:lnTo>
                  <a:pt x="0" y="880533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18" name="diagram-2-0010-segment-3">
            <a:extLst xmlns:a="http://schemas.openxmlformats.org/drawingml/2006/main">
              <a:ext uri="{FF2B5EF4-FFF2-40B4-BE49-F238E27FC236}">
                <a16:creationId xmlns:a16="http://schemas.microsoft.com/office/drawing/2014/main" id="{0874C2B4-047C-4D04-962F-9848B352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667" y="2886710"/>
            <a:ext cx="880533" cy="953"/>
          </a:xfrm>
          <a:custGeom xmlns:a="http://schemas.openxmlformats.org/drawingml/2006/main">
            <a:pathLst>
              <a:path w="880533" h="953">
                <a:moveTo>
                  <a:pt x="0" y="0"/>
                </a:moveTo>
                <a:lnTo>
                  <a:pt x="880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19" name="diagram-2-0010-segment-4">
            <a:extLst xmlns:a="http://schemas.openxmlformats.org/drawingml/2006/main">
              <a:ext uri="{FF2B5EF4-FFF2-40B4-BE49-F238E27FC236}">
                <a16:creationId xmlns:a16="http://schemas.microsoft.com/office/drawing/2014/main" id="{11C443C6-B7A3-4C3F-B77A-974D718D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667" y="3179657"/>
            <a:ext cx="880533" cy="953"/>
          </a:xfrm>
          <a:custGeom xmlns:a="http://schemas.openxmlformats.org/drawingml/2006/main">
            <a:pathLst>
              <a:path w="880533" h="953">
                <a:moveTo>
                  <a:pt x="0" y="0"/>
                </a:moveTo>
                <a:lnTo>
                  <a:pt x="880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20" name="diagram-2-0011">
            <a:extLst xmlns:a="http://schemas.openxmlformats.org/drawingml/2006/main">
              <a:ext uri="{FF2B5EF4-FFF2-40B4-BE49-F238E27FC236}">
                <a16:creationId xmlns:a16="http://schemas.microsoft.com/office/drawing/2014/main" id="{75B0655C-49E3-4E74-8953-A7EE1733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93" y="3579114"/>
            <a:ext cx="132588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正常画像だけ</a:t>
            </a:r>
          </a:p>
        </p:txBody>
      </p:sp>
      <p:sp>
        <p:nvSpPr>
          <p:cNvPr id="21" name="diagram-2-0012-segment-1">
            <a:extLst xmlns:a="http://schemas.openxmlformats.org/drawingml/2006/main">
              <a:ext uri="{FF2B5EF4-FFF2-40B4-BE49-F238E27FC236}">
                <a16:creationId xmlns:a16="http://schemas.microsoft.com/office/drawing/2014/main" id="{A1045847-8F9E-48B0-B76C-4A363FD8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33183"/>
            <a:ext cx="508000" cy="953"/>
          </a:xfrm>
          <a:custGeom xmlns:a="http://schemas.openxmlformats.org/drawingml/2006/main">
            <a:pathLst>
              <a:path w="508000" h="953">
                <a:moveTo>
                  <a:pt x="0" y="0"/>
                </a:moveTo>
                <a:lnTo>
                  <a:pt x="50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13">
            <a:solidFill>
              <a:srgbClr val="172233"/>
            </a:solidFill>
            <a:prstDash val="solid"/>
          </a:ln>
        </p:spPr>
      </p:sp>
      <p:sp>
        <p:nvSpPr>
          <p:cNvPr id="22" name="diagram-2-0012-arrowhead">
            <a:extLst xmlns:a="http://schemas.openxmlformats.org/drawingml/2006/main">
              <a:ext uri="{FF2B5EF4-FFF2-40B4-BE49-F238E27FC236}">
                <a16:creationId xmlns:a16="http://schemas.microsoft.com/office/drawing/2014/main" id="{43C1F008-C8BC-4710-BD4E-0DEC8C5C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2985558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iagram-2-0013">
            <a:extLst xmlns:a="http://schemas.openxmlformats.org/drawingml/2006/main">
              <a:ext uri="{FF2B5EF4-FFF2-40B4-BE49-F238E27FC236}">
                <a16:creationId xmlns:a16="http://schemas.microsoft.com/office/drawing/2014/main" id="{3CAB8079-E97D-4011-9968-9175A2CA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592917"/>
            <a:ext cx="1397000" cy="880533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21167">
            <a:solidFill>
              <a:srgbClr val="172233"/>
            </a:solidFill>
            <a:prstDash val="solid"/>
          </a:ln>
        </p:spPr>
      </p:sp>
      <p:sp>
        <p:nvSpPr>
          <p:cNvPr id="24" name="diagram-2-0014">
            <a:extLst xmlns:a="http://schemas.openxmlformats.org/drawingml/2006/main">
              <a:ext uri="{FF2B5EF4-FFF2-40B4-BE49-F238E27FC236}">
                <a16:creationId xmlns:a16="http://schemas.microsoft.com/office/drawing/2014/main" id="{BA397758-60FD-47F4-85E0-639D7E10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840" y="2717885"/>
            <a:ext cx="574853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CNN</a:t>
            </a:r>
          </a:p>
        </p:txBody>
      </p:sp>
      <p:sp>
        <p:nvSpPr>
          <p:cNvPr id="25" name="diagram-2-0015">
            <a:extLst xmlns:a="http://schemas.openxmlformats.org/drawingml/2006/main">
              <a:ext uri="{FF2B5EF4-FFF2-40B4-BE49-F238E27FC236}">
                <a16:creationId xmlns:a16="http://schemas.microsoft.com/office/drawing/2014/main" id="{72A505A6-396E-42E4-89A8-9EEF1C77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787" y="3091095"/>
            <a:ext cx="82296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特徴抽出</a:t>
            </a:r>
          </a:p>
        </p:txBody>
      </p:sp>
      <p:sp>
        <p:nvSpPr>
          <p:cNvPr id="26" name="diagram-2-0016-segment-1">
            <a:extLst xmlns:a="http://schemas.openxmlformats.org/drawingml/2006/main">
              <a:ext uri="{FF2B5EF4-FFF2-40B4-BE49-F238E27FC236}">
                <a16:creationId xmlns:a16="http://schemas.microsoft.com/office/drawing/2014/main" id="{62A5B869-8D81-4F86-A834-C708EFB1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667" y="3033183"/>
            <a:ext cx="635000" cy="953"/>
          </a:xfrm>
          <a:custGeom xmlns:a="http://schemas.openxmlformats.org/drawingml/2006/main">
            <a:pathLst>
              <a:path w="635000" h="953">
                <a:moveTo>
                  <a:pt x="0" y="0"/>
                </a:moveTo>
                <a:lnTo>
                  <a:pt x="63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13">
            <a:solidFill>
              <a:srgbClr val="172233"/>
            </a:solidFill>
            <a:prstDash val="solid"/>
          </a:ln>
        </p:spPr>
      </p:sp>
      <p:sp>
        <p:nvSpPr>
          <p:cNvPr id="27" name="diagram-2-0016-arrowhead">
            <a:extLst xmlns:a="http://schemas.openxmlformats.org/drawingml/2006/main">
              <a:ext uri="{FF2B5EF4-FFF2-40B4-BE49-F238E27FC236}">
                <a16:creationId xmlns:a16="http://schemas.microsoft.com/office/drawing/2014/main" id="{6ECB0885-A9D9-4173-A622-63B2723F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367" y="2985558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iagram-2-0017">
            <a:extLst xmlns:a="http://schemas.openxmlformats.org/drawingml/2006/main">
              <a:ext uri="{FF2B5EF4-FFF2-40B4-BE49-F238E27FC236}">
                <a16:creationId xmlns:a16="http://schemas.microsoft.com/office/drawing/2014/main" id="{BD8DCC69-1A41-4839-9034-ED31AB17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667" y="2271183"/>
            <a:ext cx="3471333" cy="1905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167">
            <a:solidFill>
              <a:srgbClr val="172233"/>
            </a:solidFill>
            <a:prstDash val="solid"/>
          </a:ln>
        </p:spPr>
      </p:sp>
      <p:sp>
        <p:nvSpPr>
          <p:cNvPr id="29" name="diagram-2-0018">
            <a:extLst xmlns:a="http://schemas.openxmlformats.org/drawingml/2006/main">
              <a:ext uri="{FF2B5EF4-FFF2-40B4-BE49-F238E27FC236}">
                <a16:creationId xmlns:a16="http://schemas.microsoft.com/office/drawing/2014/main" id="{F71A58CB-C9FB-4913-AD36-4EC9441E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753" y="2336885"/>
            <a:ext cx="16611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メモリバンク</a:t>
            </a:r>
          </a:p>
        </p:txBody>
      </p:sp>
      <p:sp>
        <p:nvSpPr>
          <p:cNvPr id="30" name="diagram-2-0019">
            <a:extLst xmlns:a="http://schemas.openxmlformats.org/drawingml/2006/main">
              <a:ext uri="{FF2B5EF4-FFF2-40B4-BE49-F238E27FC236}">
                <a16:creationId xmlns:a16="http://schemas.microsoft.com/office/drawing/2014/main" id="{BDFF4FFA-03E9-429F-A95C-C72142B9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833" y="2684695"/>
            <a:ext cx="26670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正常パッチの特徴ベクトルの集合</a:t>
            </a:r>
          </a:p>
        </p:txBody>
      </p:sp>
      <p:sp>
        <p:nvSpPr>
          <p:cNvPr id="31" name="diagram-2-0020-segment-1">
            <a:extLst xmlns:a="http://schemas.openxmlformats.org/drawingml/2006/main">
              <a:ext uri="{FF2B5EF4-FFF2-40B4-BE49-F238E27FC236}">
                <a16:creationId xmlns:a16="http://schemas.microsoft.com/office/drawing/2014/main" id="{A2C29127-F669-4A16-AE23-B9A01319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333" y="3862917"/>
            <a:ext cx="2751667" cy="953"/>
          </a:xfrm>
          <a:custGeom xmlns:a="http://schemas.openxmlformats.org/drawingml/2006/main">
            <a:pathLst>
              <a:path w="2751667" h="953">
                <a:moveTo>
                  <a:pt x="0" y="0"/>
                </a:moveTo>
                <a:lnTo>
                  <a:pt x="27516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9AA5B1"/>
            </a:solidFill>
            <a:prstDash val="solid"/>
          </a:ln>
        </p:spPr>
      </p:sp>
      <p:sp>
        <p:nvSpPr>
          <p:cNvPr id="32" name="diagram-2-0020-segment-2">
            <a:extLst xmlns:a="http://schemas.openxmlformats.org/drawingml/2006/main">
              <a:ext uri="{FF2B5EF4-FFF2-40B4-BE49-F238E27FC236}">
                <a16:creationId xmlns:a16="http://schemas.microsoft.com/office/drawing/2014/main" id="{CA2B6DCF-B8B2-4996-88D8-997327F5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333" y="2973917"/>
            <a:ext cx="953" cy="889000"/>
          </a:xfrm>
          <a:custGeom xmlns:a="http://schemas.openxmlformats.org/drawingml/2006/main">
            <a:pathLst>
              <a:path w="953" h="889000">
                <a:moveTo>
                  <a:pt x="0" y="889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9AA5B1"/>
            </a:solidFill>
            <a:prstDash val="solid"/>
          </a:ln>
        </p:spPr>
      </p:sp>
      <p:sp>
        <p:nvSpPr>
          <p:cNvPr id="33" name="diagram-2-0021">
            <a:extLst xmlns:a="http://schemas.openxmlformats.org/drawingml/2006/main">
              <a:ext uri="{FF2B5EF4-FFF2-40B4-BE49-F238E27FC236}">
                <a16:creationId xmlns:a16="http://schemas.microsoft.com/office/drawing/2014/main" id="{57ACA4E2-7359-422B-A319-DAD53A8B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133" y="3414183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34" name="diagram-2-0022">
            <a:extLst xmlns:a="http://schemas.openxmlformats.org/drawingml/2006/main">
              <a:ext uri="{FF2B5EF4-FFF2-40B4-BE49-F238E27FC236}">
                <a16:creationId xmlns:a16="http://schemas.microsoft.com/office/drawing/2014/main" id="{70F14CE0-02A4-45A6-933D-357F9F3E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067" y="3591983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35" name="diagram-2-0023">
            <a:extLst xmlns:a="http://schemas.openxmlformats.org/drawingml/2006/main">
              <a:ext uri="{FF2B5EF4-FFF2-40B4-BE49-F238E27FC236}">
                <a16:creationId xmlns:a16="http://schemas.microsoft.com/office/drawing/2014/main" id="{DA282CFC-A83B-4DB3-98FA-8B0284F9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667" y="3278717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36" name="diagram-2-0024">
            <a:extLst xmlns:a="http://schemas.openxmlformats.org/drawingml/2006/main">
              <a:ext uri="{FF2B5EF4-FFF2-40B4-BE49-F238E27FC236}">
                <a16:creationId xmlns:a16="http://schemas.microsoft.com/office/drawing/2014/main" id="{B004F75B-307A-4CC4-BBC0-B463E855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267" y="3490383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37" name="diagram-2-0025">
            <a:extLst xmlns:a="http://schemas.openxmlformats.org/drawingml/2006/main">
              <a:ext uri="{FF2B5EF4-FFF2-40B4-BE49-F238E27FC236}">
                <a16:creationId xmlns:a16="http://schemas.microsoft.com/office/drawing/2014/main" id="{0DF72071-46F2-4958-BA1C-931E4D36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867" y="3659717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38" name="diagram-2-0026">
            <a:extLst xmlns:a="http://schemas.openxmlformats.org/drawingml/2006/main">
              <a:ext uri="{FF2B5EF4-FFF2-40B4-BE49-F238E27FC236}">
                <a16:creationId xmlns:a16="http://schemas.microsoft.com/office/drawing/2014/main" id="{8BC25302-0287-4561-B283-D3D8CC55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3" y="3346450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39" name="diagram-2-0027">
            <a:extLst xmlns:a="http://schemas.openxmlformats.org/drawingml/2006/main">
              <a:ext uri="{FF2B5EF4-FFF2-40B4-BE49-F238E27FC236}">
                <a16:creationId xmlns:a16="http://schemas.microsoft.com/office/drawing/2014/main" id="{9A3F866F-2512-463E-B6CD-C1F48AE4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533" y="3532717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40" name="diagram-2-0028">
            <a:extLst xmlns:a="http://schemas.openxmlformats.org/drawingml/2006/main">
              <a:ext uri="{FF2B5EF4-FFF2-40B4-BE49-F238E27FC236}">
                <a16:creationId xmlns:a16="http://schemas.microsoft.com/office/drawing/2014/main" id="{7F4B48F9-1E35-407E-A66B-6D76157E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3219450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41" name="diagram-2-0029">
            <a:extLst xmlns:a="http://schemas.openxmlformats.org/drawingml/2006/main">
              <a:ext uri="{FF2B5EF4-FFF2-40B4-BE49-F238E27FC236}">
                <a16:creationId xmlns:a16="http://schemas.microsoft.com/office/drawing/2014/main" id="{AFBD4ACA-A80F-4ACC-A998-81E401B5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733" y="3405717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42" name="diagram-2-0030">
            <a:extLst xmlns:a="http://schemas.openxmlformats.org/drawingml/2006/main">
              <a:ext uri="{FF2B5EF4-FFF2-40B4-BE49-F238E27FC236}">
                <a16:creationId xmlns:a16="http://schemas.microsoft.com/office/drawing/2014/main" id="{75F47BC8-0C74-4ED5-A404-550B2871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267" y="3608917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43" name="diagram-2-0031">
            <a:extLst xmlns:a="http://schemas.openxmlformats.org/drawingml/2006/main">
              <a:ext uri="{FF2B5EF4-FFF2-40B4-BE49-F238E27FC236}">
                <a16:creationId xmlns:a16="http://schemas.microsoft.com/office/drawing/2014/main" id="{70B434E1-679F-46F6-A63D-F431B3EC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287183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44" name="diagram-2-0032">
            <a:extLst xmlns:a="http://schemas.openxmlformats.org/drawingml/2006/main">
              <a:ext uri="{FF2B5EF4-FFF2-40B4-BE49-F238E27FC236}">
                <a16:creationId xmlns:a16="http://schemas.microsoft.com/office/drawing/2014/main" id="{2A058932-E817-4712-B098-0BCFCD48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067" y="3464983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45" name="diagram-2-0033">
            <a:extLst xmlns:a="http://schemas.openxmlformats.org/drawingml/2006/main">
              <a:ext uri="{FF2B5EF4-FFF2-40B4-BE49-F238E27FC236}">
                <a16:creationId xmlns:a16="http://schemas.microsoft.com/office/drawing/2014/main" id="{706FE7CD-4D4A-474F-805E-A8F87D43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667" y="3143250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46" name="diagram-2-0034">
            <a:extLst xmlns:a="http://schemas.openxmlformats.org/drawingml/2006/main">
              <a:ext uri="{FF2B5EF4-FFF2-40B4-BE49-F238E27FC236}">
                <a16:creationId xmlns:a16="http://schemas.microsoft.com/office/drawing/2014/main" id="{9C8CEEB4-3818-4B69-81C2-85752171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267" y="3634317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47" name="diagram-2-0035">
            <a:extLst xmlns:a="http://schemas.openxmlformats.org/drawingml/2006/main">
              <a:ext uri="{FF2B5EF4-FFF2-40B4-BE49-F238E27FC236}">
                <a16:creationId xmlns:a16="http://schemas.microsoft.com/office/drawing/2014/main" id="{DA0AD028-704E-4270-AD65-4A053FC1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3380317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48" name="diagram-2-0036">
            <a:extLst xmlns:a="http://schemas.openxmlformats.org/drawingml/2006/main">
              <a:ext uri="{FF2B5EF4-FFF2-40B4-BE49-F238E27FC236}">
                <a16:creationId xmlns:a16="http://schemas.microsoft.com/office/drawing/2014/main" id="{CDDB3182-50B1-4D58-B7F9-B7BA6654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333" y="3210983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49" name="diagram-2-0037">
            <a:extLst xmlns:a="http://schemas.openxmlformats.org/drawingml/2006/main">
              <a:ext uri="{FF2B5EF4-FFF2-40B4-BE49-F238E27FC236}">
                <a16:creationId xmlns:a16="http://schemas.microsoft.com/office/drawing/2014/main" id="{1A13C343-2B6B-4CC5-9529-70D469F4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533" y="3549650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50" name="diagram-2-0038">
            <a:extLst xmlns:a="http://schemas.openxmlformats.org/drawingml/2006/main">
              <a:ext uri="{FF2B5EF4-FFF2-40B4-BE49-F238E27FC236}">
                <a16:creationId xmlns:a16="http://schemas.microsoft.com/office/drawing/2014/main" id="{833CC55F-C4A3-4AE3-9895-C08AAE00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533" y="3337983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51" name="diagram-2-0039">
            <a:extLst xmlns:a="http://schemas.openxmlformats.org/drawingml/2006/main">
              <a:ext uri="{FF2B5EF4-FFF2-40B4-BE49-F238E27FC236}">
                <a16:creationId xmlns:a16="http://schemas.microsoft.com/office/drawing/2014/main" id="{D1574F61-25C4-4B0A-8C78-8B20233C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400" y="3642783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52" name="diagram-2-0040">
            <a:extLst xmlns:a="http://schemas.openxmlformats.org/drawingml/2006/main">
              <a:ext uri="{FF2B5EF4-FFF2-40B4-BE49-F238E27FC236}">
                <a16:creationId xmlns:a16="http://schemas.microsoft.com/office/drawing/2014/main" id="{DBF0B577-A04D-4D3E-91BD-3EC3413F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422650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53" name="diagram-2-0041">
            <a:extLst xmlns:a="http://schemas.openxmlformats.org/drawingml/2006/main">
              <a:ext uri="{FF2B5EF4-FFF2-40B4-BE49-F238E27FC236}">
                <a16:creationId xmlns:a16="http://schemas.microsoft.com/office/drawing/2014/main" id="{A9497897-74E7-4D1A-AE99-4F217973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3983"/>
            <a:ext cx="118533" cy="118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2700">
            <a:solidFill>
              <a:srgbClr val="172233"/>
            </a:solidFill>
            <a:prstDash val="solid"/>
          </a:ln>
        </p:spPr>
      </p:sp>
      <p:sp>
        <p:nvSpPr>
          <p:cNvPr id="54" name="diagram-2-0042">
            <a:extLst xmlns:a="http://schemas.openxmlformats.org/drawingml/2006/main">
              <a:ext uri="{FF2B5EF4-FFF2-40B4-BE49-F238E27FC236}">
                <a16:creationId xmlns:a16="http://schemas.microsoft.com/office/drawing/2014/main" id="{9CF4D9C0-A7E6-4BE7-A35B-13B944E5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123" y="3895429"/>
            <a:ext cx="2291486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1点 ＝ 1つの正常パッチ特徴</a:t>
            </a:r>
          </a:p>
        </p:txBody>
      </p:sp>
      <p:sp>
        <p:nvSpPr>
          <p:cNvPr id="55" name="diagram-2-0043">
            <a:extLst xmlns:a="http://schemas.openxmlformats.org/drawingml/2006/main">
              <a:ext uri="{FF2B5EF4-FFF2-40B4-BE49-F238E27FC236}">
                <a16:creationId xmlns:a16="http://schemas.microsoft.com/office/drawing/2014/main" id="{3F1422AE-ED72-43E2-A70E-C5F73808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411218"/>
            <a:ext cx="2496007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② 検査画像を調べる</a:t>
            </a:r>
          </a:p>
        </p:txBody>
      </p:sp>
      <p:sp>
        <p:nvSpPr>
          <p:cNvPr id="56" name="diagram-2-0044">
            <a:extLst xmlns:a="http://schemas.openxmlformats.org/drawingml/2006/main">
              <a:ext uri="{FF2B5EF4-FFF2-40B4-BE49-F238E27FC236}">
                <a16:creationId xmlns:a16="http://schemas.microsoft.com/office/drawing/2014/main" id="{3DDDFA7A-5F53-4DAE-A74F-94044D19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667" y="5048250"/>
            <a:ext cx="880533" cy="880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167">
            <a:solidFill>
              <a:srgbClr val="172233"/>
            </a:solidFill>
            <a:prstDash val="solid"/>
          </a:ln>
        </p:spPr>
      </p:sp>
      <p:sp>
        <p:nvSpPr>
          <p:cNvPr id="57" name="diagram-2-0045-segment-1">
            <a:extLst xmlns:a="http://schemas.openxmlformats.org/drawingml/2006/main">
              <a:ext uri="{FF2B5EF4-FFF2-40B4-BE49-F238E27FC236}">
                <a16:creationId xmlns:a16="http://schemas.microsoft.com/office/drawing/2014/main" id="{DC0C4E9E-4BFB-472C-B990-3A03CBEB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460" y="5048250"/>
            <a:ext cx="953" cy="880533"/>
          </a:xfrm>
          <a:custGeom xmlns:a="http://schemas.openxmlformats.org/drawingml/2006/main">
            <a:pathLst>
              <a:path w="953" h="880533">
                <a:moveTo>
                  <a:pt x="0" y="0"/>
                </a:moveTo>
                <a:lnTo>
                  <a:pt x="0" y="880533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58" name="diagram-2-0045-segment-2">
            <a:extLst xmlns:a="http://schemas.openxmlformats.org/drawingml/2006/main">
              <a:ext uri="{FF2B5EF4-FFF2-40B4-BE49-F238E27FC236}">
                <a16:creationId xmlns:a16="http://schemas.microsoft.com/office/drawing/2014/main" id="{E245EC56-0E1E-40BE-98E6-88E86E41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407" y="5048250"/>
            <a:ext cx="953" cy="880533"/>
          </a:xfrm>
          <a:custGeom xmlns:a="http://schemas.openxmlformats.org/drawingml/2006/main">
            <a:pathLst>
              <a:path w="953" h="880533">
                <a:moveTo>
                  <a:pt x="0" y="0"/>
                </a:moveTo>
                <a:lnTo>
                  <a:pt x="0" y="880533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59" name="diagram-2-0045-segment-3">
            <a:extLst xmlns:a="http://schemas.openxmlformats.org/drawingml/2006/main">
              <a:ext uri="{FF2B5EF4-FFF2-40B4-BE49-F238E27FC236}">
                <a16:creationId xmlns:a16="http://schemas.microsoft.com/office/drawing/2014/main" id="{9994510C-AA08-41BE-BB7B-706C6EB1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667" y="5342043"/>
            <a:ext cx="880533" cy="953"/>
          </a:xfrm>
          <a:custGeom xmlns:a="http://schemas.openxmlformats.org/drawingml/2006/main">
            <a:pathLst>
              <a:path w="880533" h="953">
                <a:moveTo>
                  <a:pt x="0" y="0"/>
                </a:moveTo>
                <a:lnTo>
                  <a:pt x="880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60" name="diagram-2-0045-segment-4">
            <a:extLst xmlns:a="http://schemas.openxmlformats.org/drawingml/2006/main">
              <a:ext uri="{FF2B5EF4-FFF2-40B4-BE49-F238E27FC236}">
                <a16:creationId xmlns:a16="http://schemas.microsoft.com/office/drawing/2014/main" id="{48C1C15B-5CEC-446E-8BC7-0B073BC4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667" y="5634990"/>
            <a:ext cx="880533" cy="953"/>
          </a:xfrm>
          <a:custGeom xmlns:a="http://schemas.openxmlformats.org/drawingml/2006/main">
            <a:pathLst>
              <a:path w="880533" h="953">
                <a:moveTo>
                  <a:pt x="0" y="0"/>
                </a:moveTo>
                <a:lnTo>
                  <a:pt x="880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61" name="diagram-2-0046">
            <a:extLst xmlns:a="http://schemas.openxmlformats.org/drawingml/2006/main">
              <a:ext uri="{FF2B5EF4-FFF2-40B4-BE49-F238E27FC236}">
                <a16:creationId xmlns:a16="http://schemas.microsoft.com/office/drawing/2014/main" id="{CCB78CC2-D34A-43E6-80A2-F399A164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407" y="5342043"/>
            <a:ext cx="293793" cy="2937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62" name="diagram-2-0047">
            <a:extLst xmlns:a="http://schemas.openxmlformats.org/drawingml/2006/main">
              <a:ext uri="{FF2B5EF4-FFF2-40B4-BE49-F238E27FC236}">
                <a16:creationId xmlns:a16="http://schemas.microsoft.com/office/drawing/2014/main" id="{3FE9C705-086A-4B0A-9F22-C405CA0C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573" y="6034447"/>
            <a:ext cx="93472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検査画像</a:t>
            </a:r>
          </a:p>
        </p:txBody>
      </p:sp>
      <p:sp>
        <p:nvSpPr>
          <p:cNvPr id="63" name="diagram-2-0048-segment-1">
            <a:extLst xmlns:a="http://schemas.openxmlformats.org/drawingml/2006/main">
              <a:ext uri="{FF2B5EF4-FFF2-40B4-BE49-F238E27FC236}">
                <a16:creationId xmlns:a16="http://schemas.microsoft.com/office/drawing/2014/main" id="{A1570121-D308-4040-B757-80C6928C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667" y="5488517"/>
            <a:ext cx="1566333" cy="953"/>
          </a:xfrm>
          <a:custGeom xmlns:a="http://schemas.openxmlformats.org/drawingml/2006/main">
            <a:pathLst>
              <a:path w="1566333" h="953">
                <a:moveTo>
                  <a:pt x="0" y="0"/>
                </a:moveTo>
                <a:lnTo>
                  <a:pt x="1566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13">
            <a:solidFill>
              <a:srgbClr val="172233"/>
            </a:solidFill>
            <a:prstDash val="solid"/>
          </a:ln>
        </p:spPr>
      </p:sp>
      <p:sp>
        <p:nvSpPr>
          <p:cNvPr id="64" name="diagram-2-0048-arrowhead">
            <a:extLst xmlns:a="http://schemas.openxmlformats.org/drawingml/2006/main">
              <a:ext uri="{FF2B5EF4-FFF2-40B4-BE49-F238E27FC236}">
                <a16:creationId xmlns:a16="http://schemas.microsoft.com/office/drawing/2014/main" id="{5FD17157-FDB0-4520-9D9A-F2D6CB16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5440892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iagram-2-0049">
            <a:extLst xmlns:a="http://schemas.openxmlformats.org/drawingml/2006/main">
              <a:ext uri="{FF2B5EF4-FFF2-40B4-BE49-F238E27FC236}">
                <a16:creationId xmlns:a16="http://schemas.microsoft.com/office/drawing/2014/main" id="{2D2004A1-7401-4D2D-98CC-C222B958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5048250"/>
            <a:ext cx="1397000" cy="880533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21167">
            <a:solidFill>
              <a:srgbClr val="172233"/>
            </a:solidFill>
            <a:prstDash val="solid"/>
          </a:ln>
        </p:spPr>
      </p:sp>
      <p:sp>
        <p:nvSpPr>
          <p:cNvPr id="66" name="diagram-2-0050">
            <a:extLst xmlns:a="http://schemas.openxmlformats.org/drawingml/2006/main">
              <a:ext uri="{FF2B5EF4-FFF2-40B4-BE49-F238E27FC236}">
                <a16:creationId xmlns:a16="http://schemas.microsoft.com/office/drawing/2014/main" id="{847FFB05-D1EE-4961-BA8A-F3DB58DC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80" y="5173218"/>
            <a:ext cx="1077773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同じCNN</a:t>
            </a:r>
          </a:p>
        </p:txBody>
      </p:sp>
      <p:sp>
        <p:nvSpPr>
          <p:cNvPr id="67" name="diagram-2-0051">
            <a:extLst xmlns:a="http://schemas.openxmlformats.org/drawingml/2006/main">
              <a:ext uri="{FF2B5EF4-FFF2-40B4-BE49-F238E27FC236}">
                <a16:creationId xmlns:a16="http://schemas.microsoft.com/office/drawing/2014/main" id="{B3A28D62-0942-4F4E-9F1F-6F3D7156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787" y="5546429"/>
            <a:ext cx="82296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特徴抽出</a:t>
            </a:r>
          </a:p>
        </p:txBody>
      </p:sp>
      <p:sp>
        <p:nvSpPr>
          <p:cNvPr id="68" name="diagram-2-0052-segment-1">
            <a:extLst xmlns:a="http://schemas.openxmlformats.org/drawingml/2006/main">
              <a:ext uri="{FF2B5EF4-FFF2-40B4-BE49-F238E27FC236}">
                <a16:creationId xmlns:a16="http://schemas.microsoft.com/office/drawing/2014/main" id="{DBA3FCEB-F304-442F-A656-7178C581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667" y="5488517"/>
            <a:ext cx="635000" cy="953"/>
          </a:xfrm>
          <a:custGeom xmlns:a="http://schemas.openxmlformats.org/drawingml/2006/main">
            <a:pathLst>
              <a:path w="635000" h="953">
                <a:moveTo>
                  <a:pt x="0" y="0"/>
                </a:moveTo>
                <a:lnTo>
                  <a:pt x="63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13">
            <a:solidFill>
              <a:srgbClr val="172233"/>
            </a:solidFill>
            <a:prstDash val="solid"/>
          </a:ln>
        </p:spPr>
      </p:sp>
      <p:sp>
        <p:nvSpPr>
          <p:cNvPr id="69" name="diagram-2-0052-arrowhead">
            <a:extLst xmlns:a="http://schemas.openxmlformats.org/drawingml/2006/main">
              <a:ext uri="{FF2B5EF4-FFF2-40B4-BE49-F238E27FC236}">
                <a16:creationId xmlns:a16="http://schemas.microsoft.com/office/drawing/2014/main" id="{83679354-9B8B-4504-8D34-F07856D8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367" y="5440892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iagram-2-0053">
            <a:extLst xmlns:a="http://schemas.openxmlformats.org/drawingml/2006/main">
              <a:ext uri="{FF2B5EF4-FFF2-40B4-BE49-F238E27FC236}">
                <a16:creationId xmlns:a16="http://schemas.microsoft.com/office/drawing/2014/main" id="{EC3DB2C0-6E19-420F-95A4-DF9C2B5B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667" y="5065183"/>
            <a:ext cx="1905000" cy="846667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167">
            <a:solidFill>
              <a:srgbClr val="172233"/>
            </a:solidFill>
            <a:prstDash val="solid"/>
          </a:ln>
        </p:spPr>
      </p:sp>
      <p:sp>
        <p:nvSpPr>
          <p:cNvPr id="71" name="diagram-2-0054">
            <a:extLst xmlns:a="http://schemas.openxmlformats.org/drawingml/2006/main">
              <a:ext uri="{FF2B5EF4-FFF2-40B4-BE49-F238E27FC236}">
                <a16:creationId xmlns:a16="http://schemas.microsoft.com/office/drawing/2014/main" id="{668ED52F-8051-4676-B46B-D027BF72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667" y="5361517"/>
            <a:ext cx="254000" cy="25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72" name="diagram-2-0055">
            <a:extLst xmlns:a="http://schemas.openxmlformats.org/drawingml/2006/main">
              <a:ext uri="{FF2B5EF4-FFF2-40B4-BE49-F238E27FC236}">
                <a16:creationId xmlns:a16="http://schemas.microsoft.com/office/drawing/2014/main" id="{6B681364-38E2-4C8C-899D-CF23FFD9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333" y="5308685"/>
            <a:ext cx="163098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パッチ特徴 q</a:t>
            </a:r>
          </a:p>
        </p:txBody>
      </p:sp>
      <p:sp>
        <p:nvSpPr>
          <p:cNvPr id="73" name="diagram-2-0056-segment-1">
            <a:extLst xmlns:a="http://schemas.openxmlformats.org/drawingml/2006/main">
              <a:ext uri="{FF2B5EF4-FFF2-40B4-BE49-F238E27FC236}">
                <a16:creationId xmlns:a16="http://schemas.microsoft.com/office/drawing/2014/main" id="{D6312E7C-3BAF-4A8D-A4F0-8854CE05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333" y="5488517"/>
            <a:ext cx="508000" cy="953"/>
          </a:xfrm>
          <a:custGeom xmlns:a="http://schemas.openxmlformats.org/drawingml/2006/main">
            <a:pathLst>
              <a:path w="508000" h="953">
                <a:moveTo>
                  <a:pt x="0" y="0"/>
                </a:moveTo>
                <a:lnTo>
                  <a:pt x="50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13">
            <a:solidFill>
              <a:srgbClr val="172233"/>
            </a:solidFill>
            <a:prstDash val="solid"/>
          </a:ln>
        </p:spPr>
      </p:sp>
      <p:sp>
        <p:nvSpPr>
          <p:cNvPr id="74" name="diagram-2-0056-arrowhead">
            <a:extLst xmlns:a="http://schemas.openxmlformats.org/drawingml/2006/main">
              <a:ext uri="{FF2B5EF4-FFF2-40B4-BE49-F238E27FC236}">
                <a16:creationId xmlns:a16="http://schemas.microsoft.com/office/drawing/2014/main" id="{BDE33C22-E4AD-4C54-A62B-3682AC49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033" y="5440892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iagram-2-0057-segment-1">
            <a:extLst xmlns:a="http://schemas.openxmlformats.org/drawingml/2006/main">
              <a:ext uri="{FF2B5EF4-FFF2-40B4-BE49-F238E27FC236}">
                <a16:creationId xmlns:a16="http://schemas.microsoft.com/office/drawing/2014/main" id="{AD0EE5D3-1542-4E28-B59F-CE9189F9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227917"/>
            <a:ext cx="423333" cy="953"/>
          </a:xfrm>
          <a:custGeom xmlns:a="http://schemas.openxmlformats.org/drawingml/2006/main">
            <a:pathLst>
              <a:path w="423333" h="953">
                <a:moveTo>
                  <a:pt x="0" y="0"/>
                </a:moveTo>
                <a:lnTo>
                  <a:pt x="423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13">
            <a:solidFill>
              <a:srgbClr val="172233"/>
            </a:solidFill>
            <a:prstDash val="solid"/>
          </a:ln>
        </p:spPr>
      </p:sp>
      <p:sp>
        <p:nvSpPr>
          <p:cNvPr id="76" name="diagram-2-0057-segment-2">
            <a:extLst xmlns:a="http://schemas.openxmlformats.org/drawingml/2006/main">
              <a:ext uri="{FF2B5EF4-FFF2-40B4-BE49-F238E27FC236}">
                <a16:creationId xmlns:a16="http://schemas.microsoft.com/office/drawing/2014/main" id="{AE9561BE-A2CA-4740-8C50-F6378754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333" y="3227917"/>
            <a:ext cx="953" cy="1439333"/>
          </a:xfrm>
          <a:custGeom xmlns:a="http://schemas.openxmlformats.org/drawingml/2006/main">
            <a:pathLst>
              <a:path w="953" h="1439333">
                <a:moveTo>
                  <a:pt x="0" y="0"/>
                </a:moveTo>
                <a:lnTo>
                  <a:pt x="0" y="1439333"/>
                </a:lnTo>
              </a:path>
            </a:pathLst>
          </a:custGeom>
          <a:noFill xmlns:a="http://schemas.openxmlformats.org/drawingml/2006/main"/>
          <a:ln xmlns:a="http://schemas.openxmlformats.org/drawingml/2006/main" w="22013">
            <a:solidFill>
              <a:srgbClr val="172233"/>
            </a:solidFill>
            <a:prstDash val="solid"/>
          </a:ln>
        </p:spPr>
      </p:sp>
      <p:sp>
        <p:nvSpPr>
          <p:cNvPr id="77" name="diagram-2-0057-arrowhead">
            <a:extLst xmlns:a="http://schemas.openxmlformats.org/drawingml/2006/main">
              <a:ext uri="{FF2B5EF4-FFF2-40B4-BE49-F238E27FC236}">
                <a16:creationId xmlns:a16="http://schemas.microsoft.com/office/drawing/2014/main" id="{0136FD5E-B95F-4C1B-9674-F76DC828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5708" y="45529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iagram-2-0058">
            <a:extLst xmlns:a="http://schemas.openxmlformats.org/drawingml/2006/main">
              <a:ext uri="{FF2B5EF4-FFF2-40B4-BE49-F238E27FC236}">
                <a16:creationId xmlns:a16="http://schemas.microsoft.com/office/drawing/2014/main" id="{F2361DBA-C86B-45AB-AC1D-1D608548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333" y="4794250"/>
            <a:ext cx="2540000" cy="13970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167">
            <a:solidFill>
              <a:srgbClr val="172233"/>
            </a:solidFill>
            <a:prstDash val="solid"/>
          </a:ln>
        </p:spPr>
      </p:sp>
      <p:sp>
        <p:nvSpPr>
          <p:cNvPr id="79" name="diagram-2-0059">
            <a:extLst xmlns:a="http://schemas.openxmlformats.org/drawingml/2006/main">
              <a:ext uri="{FF2B5EF4-FFF2-40B4-BE49-F238E27FC236}">
                <a16:creationId xmlns:a16="http://schemas.microsoft.com/office/drawing/2014/main" id="{7DC74F1A-1DEA-4CFF-A37A-BE267478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293" y="4919218"/>
            <a:ext cx="216408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最も近い正常特徴</a:t>
            </a:r>
          </a:p>
        </p:txBody>
      </p:sp>
      <p:sp>
        <p:nvSpPr>
          <p:cNvPr id="80" name="diagram-2-0060">
            <a:extLst xmlns:a="http://schemas.openxmlformats.org/drawingml/2006/main">
              <a:ext uri="{FF2B5EF4-FFF2-40B4-BE49-F238E27FC236}">
                <a16:creationId xmlns:a16="http://schemas.microsoft.com/office/drawing/2014/main" id="{2B374E45-7D88-48E3-87F9-780914BC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5539317"/>
            <a:ext cx="220133" cy="2201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81" name="diagram-2-0061">
            <a:extLst xmlns:a="http://schemas.openxmlformats.org/drawingml/2006/main">
              <a:ext uri="{FF2B5EF4-FFF2-40B4-BE49-F238E27FC236}">
                <a16:creationId xmlns:a16="http://schemas.microsoft.com/office/drawing/2014/main" id="{3A5FBF7C-6ABA-46D7-86FE-95466FF3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867" y="5539317"/>
            <a:ext cx="220133" cy="2201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6933">
            <a:solidFill>
              <a:srgbClr val="172233"/>
            </a:solidFill>
            <a:prstDash val="solid"/>
          </a:ln>
        </p:spPr>
      </p:sp>
      <p:sp>
        <p:nvSpPr>
          <p:cNvPr id="82" name="diagram-2-0062-segment-1">
            <a:extLst xmlns:a="http://schemas.openxmlformats.org/drawingml/2006/main">
              <a:ext uri="{FF2B5EF4-FFF2-40B4-BE49-F238E27FC236}">
                <a16:creationId xmlns:a16="http://schemas.microsoft.com/office/drawing/2014/main" id="{B0297F30-4A6A-482C-B9F6-DEED7BA9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667" y="5649383"/>
            <a:ext cx="685800" cy="953"/>
          </a:xfrm>
          <a:custGeom xmlns:a="http://schemas.openxmlformats.org/drawingml/2006/main">
            <a:pathLst>
              <a:path w="685800" h="953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ED7D31"/>
            </a:solidFill>
            <a:prstDash val="dash"/>
          </a:ln>
        </p:spPr>
      </p:sp>
      <p:sp>
        <p:nvSpPr>
          <p:cNvPr id="83" name="diagram-2-0063">
            <a:extLst xmlns:a="http://schemas.openxmlformats.org/drawingml/2006/main">
              <a:ext uri="{FF2B5EF4-FFF2-40B4-BE49-F238E27FC236}">
                <a16:creationId xmlns:a16="http://schemas.microsoft.com/office/drawing/2014/main" id="{7293F311-CC56-41EE-8A56-095C6FF9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128" y="5797381"/>
            <a:ext cx="130241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最近傍距離 d</a:t>
            </a:r>
          </a:p>
        </p:txBody>
      </p:sp>
      <p:sp>
        <p:nvSpPr>
          <p:cNvPr id="84" name="diagram-2-0064-segment-1">
            <a:extLst xmlns:a="http://schemas.openxmlformats.org/drawingml/2006/main">
              <a:ext uri="{FF2B5EF4-FFF2-40B4-BE49-F238E27FC236}">
                <a16:creationId xmlns:a16="http://schemas.microsoft.com/office/drawing/2014/main" id="{FF5274FA-5068-4B32-83ED-E9151159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333" y="5488517"/>
            <a:ext cx="465667" cy="953"/>
          </a:xfrm>
          <a:custGeom xmlns:a="http://schemas.openxmlformats.org/drawingml/2006/main">
            <a:pathLst>
              <a:path w="465667" h="953">
                <a:moveTo>
                  <a:pt x="0" y="0"/>
                </a:moveTo>
                <a:lnTo>
                  <a:pt x="4656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13">
            <a:solidFill>
              <a:srgbClr val="172233"/>
            </a:solidFill>
            <a:prstDash val="solid"/>
          </a:ln>
        </p:spPr>
      </p:sp>
      <p:sp>
        <p:nvSpPr>
          <p:cNvPr id="85" name="diagram-2-0064-arrowhead">
            <a:extLst xmlns:a="http://schemas.openxmlformats.org/drawingml/2006/main">
              <a:ext uri="{FF2B5EF4-FFF2-40B4-BE49-F238E27FC236}">
                <a16:creationId xmlns:a16="http://schemas.microsoft.com/office/drawing/2014/main" id="{2A3EBE51-54CB-4ABB-90FC-8FC26CB5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700" y="5440892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iagram-2-0065">
            <a:extLst xmlns:a="http://schemas.openxmlformats.org/drawingml/2006/main">
              <a:ext uri="{FF2B5EF4-FFF2-40B4-BE49-F238E27FC236}">
                <a16:creationId xmlns:a16="http://schemas.microsoft.com/office/drawing/2014/main" id="{F7B74EB2-21C6-4CA8-B54F-A171DDD8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4667250"/>
            <a:ext cx="2159000" cy="16510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21167">
            <a:solidFill>
              <a:srgbClr val="ED7D31"/>
            </a:solidFill>
            <a:prstDash val="solid"/>
          </a:ln>
        </p:spPr>
      </p:sp>
      <p:sp>
        <p:nvSpPr>
          <p:cNvPr id="87" name="diagram-2-0066">
            <a:extLst xmlns:a="http://schemas.openxmlformats.org/drawingml/2006/main">
              <a:ext uri="{FF2B5EF4-FFF2-40B4-BE49-F238E27FC236}">
                <a16:creationId xmlns:a16="http://schemas.microsoft.com/office/drawing/2014/main" id="{70954738-9AB4-4CE2-982A-190163D3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687" y="4859951"/>
            <a:ext cx="16611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パッチ異常度</a:t>
            </a:r>
          </a:p>
        </p:txBody>
      </p:sp>
      <p:sp>
        <p:nvSpPr>
          <p:cNvPr id="88" name="diagram-2-0067">
            <a:extLst xmlns:a="http://schemas.openxmlformats.org/drawingml/2006/main">
              <a:ext uri="{FF2B5EF4-FFF2-40B4-BE49-F238E27FC236}">
                <a16:creationId xmlns:a16="http://schemas.microsoft.com/office/drawing/2014/main" id="{F844D227-B110-4B6A-914F-15768E9A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8151" y="5363549"/>
            <a:ext cx="138623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3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33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= 最短距離 d</a:t>
            </a:r>
          </a:p>
        </p:txBody>
      </p:sp>
      <p:sp>
        <p:nvSpPr>
          <p:cNvPr id="89" name="diagram-2-0068">
            <a:extLst xmlns:a="http://schemas.openxmlformats.org/drawingml/2006/main">
              <a:ext uri="{FF2B5EF4-FFF2-40B4-BE49-F238E27FC236}">
                <a16:creationId xmlns:a16="http://schemas.microsoft.com/office/drawing/2014/main" id="{43756825-8188-4E43-A80E-B40D4427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327" y="5780447"/>
            <a:ext cx="132588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遠いほど高い</a:t>
            </a:r>
          </a:p>
        </p:txBody>
      </p:sp>
      <p:sp>
        <p:nvSpPr>
          <p:cNvPr id="90" name="diagram-2-0069-segment-1">
            <a:extLst xmlns:a="http://schemas.openxmlformats.org/drawingml/2006/main">
              <a:ext uri="{FF2B5EF4-FFF2-40B4-BE49-F238E27FC236}">
                <a16:creationId xmlns:a16="http://schemas.microsoft.com/office/drawing/2014/main" id="{E3F1B1BC-E314-4E96-97AD-9E5AFF77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67" y="6851650"/>
            <a:ext cx="14054667" cy="953"/>
          </a:xfrm>
          <a:custGeom xmlns:a="http://schemas.openxmlformats.org/drawingml/2006/main">
            <a:pathLst>
              <a:path w="14054667" h="953">
                <a:moveTo>
                  <a:pt x="0" y="0"/>
                </a:moveTo>
                <a:lnTo>
                  <a:pt x="140546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D7DDE4"/>
            </a:solidFill>
            <a:prstDash val="solid"/>
          </a:ln>
        </p:spPr>
      </p:sp>
      <p:sp>
        <p:nvSpPr>
          <p:cNvPr id="91" name="diagram-2-0070">
            <a:extLst xmlns:a="http://schemas.openxmlformats.org/drawingml/2006/main">
              <a:ext uri="{FF2B5EF4-FFF2-40B4-BE49-F238E27FC236}">
                <a16:creationId xmlns:a16="http://schemas.microsoft.com/office/drawing/2014/main" id="{E3DAB9F8-39A7-4806-A8FC-DF9ED3AD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803" y="7056882"/>
            <a:ext cx="6364393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3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33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各パッチで比較し、距離を元の位置に並べると異常マップになる</a:t>
            </a:r>
          </a:p>
        </p:txBody>
      </p:sp>
      <p:sp>
        <p:nvSpPr>
          <p:cNvPr id="92" name="diagram-2-0071">
            <a:extLst xmlns:a="http://schemas.openxmlformats.org/drawingml/2006/main">
              <a:ext uri="{FF2B5EF4-FFF2-40B4-BE49-F238E27FC236}">
                <a16:creationId xmlns:a16="http://schemas.microsoft.com/office/drawing/2014/main" id="{F4FE1B4E-9D35-4F20-8DA2-660697A4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8" y="7519162"/>
            <a:ext cx="707928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※ メモリバンクは正常画像そのものではなく、正常画像から抽出した特徴ベクトルの集合。</a:t>
            </a:r>
          </a:p>
        </p:txBody>
      </p:sp>
    </p:spTree>
    <p:extLst>
      <p:ext uri="{BB962C8B-B14F-4D97-AF65-F5344CB8AC3E}">
        <p14:creationId xmlns:p14="http://schemas.microsoft.com/office/powerpoint/2010/main" val="2111007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diagram-3-0001">
            <a:extLst xmlns:a="http://schemas.openxmlformats.org/drawingml/2006/main">
              <a:ext uri="{FF2B5EF4-FFF2-40B4-BE49-F238E27FC236}">
                <a16:creationId xmlns:a16="http://schemas.microsoft.com/office/drawing/2014/main" id="{14E7C53F-589B-436D-8AD0-1CF8B895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152400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iagram-3-0002">
            <a:extLst xmlns:a="http://schemas.openxmlformats.org/drawingml/2006/main">
              <a:ext uri="{FF2B5EF4-FFF2-40B4-BE49-F238E27FC236}">
                <a16:creationId xmlns:a16="http://schemas.microsoft.com/office/drawing/2014/main" id="{CCD3290B-83A0-474B-A5E4-A925ED43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67" y="851493"/>
            <a:ext cx="693735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6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CNNは各位置から高次元の特徴を抽出する</a:t>
            </a:r>
          </a:p>
        </p:txBody>
      </p:sp>
      <p:sp>
        <p:nvSpPr>
          <p:cNvPr id="3" name="diagram-3-0003">
            <a:extLst xmlns:a="http://schemas.openxmlformats.org/drawingml/2006/main">
              <a:ext uri="{FF2B5EF4-FFF2-40B4-BE49-F238E27FC236}">
                <a16:creationId xmlns:a16="http://schemas.microsoft.com/office/drawing/2014/main" id="{47C3FDBC-0AEE-48F1-887F-E47E3FDE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67" y="1394714"/>
            <a:ext cx="584769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1か所の見た目を、たくさんの数値を並べた1本のベクトルで表す</a:t>
            </a:r>
          </a:p>
        </p:txBody>
      </p:sp>
      <p:sp>
        <p:nvSpPr>
          <p:cNvPr id="4" name="diagram-3-0004">
            <a:extLst xmlns:a="http://schemas.openxmlformats.org/drawingml/2006/main">
              <a:ext uri="{FF2B5EF4-FFF2-40B4-BE49-F238E27FC236}">
                <a16:creationId xmlns:a16="http://schemas.microsoft.com/office/drawing/2014/main" id="{D541DBA8-F6DB-41E2-97E5-D31AAB25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80" y="2167551"/>
            <a:ext cx="115824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入力画像</a:t>
            </a:r>
          </a:p>
        </p:txBody>
      </p:sp>
      <p:sp>
        <p:nvSpPr>
          <p:cNvPr id="5" name="diagram-3-0005">
            <a:extLst xmlns:a="http://schemas.openxmlformats.org/drawingml/2006/main">
              <a:ext uri="{FF2B5EF4-FFF2-40B4-BE49-F238E27FC236}">
                <a16:creationId xmlns:a16="http://schemas.microsoft.com/office/drawing/2014/main" id="{E48E46A5-AC8B-433E-A91B-3158B0FA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170" y="2167551"/>
            <a:ext cx="29184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多チャネルの特徴マップ</a:t>
            </a:r>
          </a:p>
        </p:txBody>
      </p:sp>
      <p:sp>
        <p:nvSpPr>
          <p:cNvPr id="6" name="diagram-3-0006">
            <a:extLst xmlns:a="http://schemas.openxmlformats.org/drawingml/2006/main">
              <a:ext uri="{FF2B5EF4-FFF2-40B4-BE49-F238E27FC236}">
                <a16:creationId xmlns:a16="http://schemas.microsoft.com/office/drawing/2014/main" id="{75320315-7302-4335-99B2-9E391A74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2753" y="2167551"/>
            <a:ext cx="16611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パッチ特徴量</a:t>
            </a:r>
          </a:p>
        </p:txBody>
      </p:sp>
      <p:sp>
        <p:nvSpPr>
          <p:cNvPr id="7" name="diagram-3-0007">
            <a:extLst xmlns:a="http://schemas.openxmlformats.org/drawingml/2006/main">
              <a:ext uri="{FF2B5EF4-FFF2-40B4-BE49-F238E27FC236}">
                <a16:creationId xmlns:a16="http://schemas.microsoft.com/office/drawing/2014/main" id="{2B3AD768-5ADF-4AAE-B65B-CC2E3598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8" name="diagram-3-0008">
            <a:extLst xmlns:a="http://schemas.openxmlformats.org/drawingml/2006/main">
              <a:ext uri="{FF2B5EF4-FFF2-40B4-BE49-F238E27FC236}">
                <a16:creationId xmlns:a16="http://schemas.microsoft.com/office/drawing/2014/main" id="{3D1A6195-2322-450C-8BC1-2BAFDB0D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667" y="3143250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9" name="diagram-3-0009">
            <a:extLst xmlns:a="http://schemas.openxmlformats.org/drawingml/2006/main">
              <a:ext uri="{FF2B5EF4-FFF2-40B4-BE49-F238E27FC236}">
                <a16:creationId xmlns:a16="http://schemas.microsoft.com/office/drawing/2014/main" id="{0999A403-96BC-4DE2-B5A3-EBBB9A30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333" y="3143250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10" name="diagram-3-0010">
            <a:extLst xmlns:a="http://schemas.openxmlformats.org/drawingml/2006/main">
              <a:ext uri="{FF2B5EF4-FFF2-40B4-BE49-F238E27FC236}">
                <a16:creationId xmlns:a16="http://schemas.microsoft.com/office/drawing/2014/main" id="{76AB539A-EA30-49E7-A0B0-E13D0CCB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3143250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11" name="diagram-3-0011">
            <a:extLst xmlns:a="http://schemas.openxmlformats.org/drawingml/2006/main">
              <a:ext uri="{FF2B5EF4-FFF2-40B4-BE49-F238E27FC236}">
                <a16:creationId xmlns:a16="http://schemas.microsoft.com/office/drawing/2014/main" id="{C56B65FE-6666-4BDE-A821-9BA7640F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667" y="3143250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12" name="diagram-3-0012">
            <a:extLst xmlns:a="http://schemas.openxmlformats.org/drawingml/2006/main">
              <a:ext uri="{FF2B5EF4-FFF2-40B4-BE49-F238E27FC236}">
                <a16:creationId xmlns:a16="http://schemas.microsoft.com/office/drawing/2014/main" id="{8CFB633D-30B0-445A-8672-80BEE102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8917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13" name="diagram-3-0013">
            <a:extLst xmlns:a="http://schemas.openxmlformats.org/drawingml/2006/main">
              <a:ext uri="{FF2B5EF4-FFF2-40B4-BE49-F238E27FC236}">
                <a16:creationId xmlns:a16="http://schemas.microsoft.com/office/drawing/2014/main" id="{8B118AA5-3F2B-4057-9726-90FC9173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667" y="3608917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14" name="diagram-3-0014">
            <a:extLst xmlns:a="http://schemas.openxmlformats.org/drawingml/2006/main">
              <a:ext uri="{FF2B5EF4-FFF2-40B4-BE49-F238E27FC236}">
                <a16:creationId xmlns:a16="http://schemas.microsoft.com/office/drawing/2014/main" id="{B25A04F1-A52D-45F0-B8C4-7D03A1A1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333" y="3608917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15" name="diagram-3-0015">
            <a:extLst xmlns:a="http://schemas.openxmlformats.org/drawingml/2006/main">
              <a:ext uri="{FF2B5EF4-FFF2-40B4-BE49-F238E27FC236}">
                <a16:creationId xmlns:a16="http://schemas.microsoft.com/office/drawing/2014/main" id="{2F47C32F-4541-42D8-A5EA-0A0E0350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3608917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16" name="diagram-3-0016">
            <a:extLst xmlns:a="http://schemas.openxmlformats.org/drawingml/2006/main">
              <a:ext uri="{FF2B5EF4-FFF2-40B4-BE49-F238E27FC236}">
                <a16:creationId xmlns:a16="http://schemas.microsoft.com/office/drawing/2014/main" id="{1A311CB7-8461-4EB1-ABAF-1EABB9E4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667" y="3608917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17" name="diagram-3-0017">
            <a:extLst xmlns:a="http://schemas.openxmlformats.org/drawingml/2006/main">
              <a:ext uri="{FF2B5EF4-FFF2-40B4-BE49-F238E27FC236}">
                <a16:creationId xmlns:a16="http://schemas.microsoft.com/office/drawing/2014/main" id="{8499DDAD-DCB4-4A39-B779-8B186F7E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4583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18" name="diagram-3-0018">
            <a:extLst xmlns:a="http://schemas.openxmlformats.org/drawingml/2006/main">
              <a:ext uri="{FF2B5EF4-FFF2-40B4-BE49-F238E27FC236}">
                <a16:creationId xmlns:a16="http://schemas.microsoft.com/office/drawing/2014/main" id="{03ACBF0C-BF91-496E-AAE8-1DB4718C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667" y="4074583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19" name="diagram-3-0019">
            <a:extLst xmlns:a="http://schemas.openxmlformats.org/drawingml/2006/main">
              <a:ext uri="{FF2B5EF4-FFF2-40B4-BE49-F238E27FC236}">
                <a16:creationId xmlns:a16="http://schemas.microsoft.com/office/drawing/2014/main" id="{C154D112-FE4D-481D-8158-A6E09D42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333" y="4074583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20" name="diagram-3-0020">
            <a:extLst xmlns:a="http://schemas.openxmlformats.org/drawingml/2006/main">
              <a:ext uri="{FF2B5EF4-FFF2-40B4-BE49-F238E27FC236}">
                <a16:creationId xmlns:a16="http://schemas.microsoft.com/office/drawing/2014/main" id="{D170EE4F-6032-464A-A437-E52FCF71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4074583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21" name="diagram-3-0021">
            <a:extLst xmlns:a="http://schemas.openxmlformats.org/drawingml/2006/main">
              <a:ext uri="{FF2B5EF4-FFF2-40B4-BE49-F238E27FC236}">
                <a16:creationId xmlns:a16="http://schemas.microsoft.com/office/drawing/2014/main" id="{FD5F3214-7295-47B6-9D48-043240A2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667" y="4074583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22" name="diagram-3-0022">
            <a:extLst xmlns:a="http://schemas.openxmlformats.org/drawingml/2006/main">
              <a:ext uri="{FF2B5EF4-FFF2-40B4-BE49-F238E27FC236}">
                <a16:creationId xmlns:a16="http://schemas.microsoft.com/office/drawing/2014/main" id="{2573D919-FDF8-48A5-BBC6-E94565A2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0250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23" name="diagram-3-0023">
            <a:extLst xmlns:a="http://schemas.openxmlformats.org/drawingml/2006/main">
              <a:ext uri="{FF2B5EF4-FFF2-40B4-BE49-F238E27FC236}">
                <a16:creationId xmlns:a16="http://schemas.microsoft.com/office/drawing/2014/main" id="{7C624530-3EA9-4D37-802C-0E2F558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667" y="4540250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24" name="diagram-3-0024">
            <a:extLst xmlns:a="http://schemas.openxmlformats.org/drawingml/2006/main">
              <a:ext uri="{FF2B5EF4-FFF2-40B4-BE49-F238E27FC236}">
                <a16:creationId xmlns:a16="http://schemas.microsoft.com/office/drawing/2014/main" id="{DA2AB39F-0751-4465-99BE-A854EEDA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333" y="4540250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25" name="diagram-3-0025">
            <a:extLst xmlns:a="http://schemas.openxmlformats.org/drawingml/2006/main">
              <a:ext uri="{FF2B5EF4-FFF2-40B4-BE49-F238E27FC236}">
                <a16:creationId xmlns:a16="http://schemas.microsoft.com/office/drawing/2014/main" id="{D57AF0AF-6384-4855-8D52-BE479014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4540250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26" name="diagram-3-0026">
            <a:extLst xmlns:a="http://schemas.openxmlformats.org/drawingml/2006/main">
              <a:ext uri="{FF2B5EF4-FFF2-40B4-BE49-F238E27FC236}">
                <a16:creationId xmlns:a16="http://schemas.microsoft.com/office/drawing/2014/main" id="{9DD92567-366C-49E2-9854-DBA7643C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667" y="4540250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27" name="diagram-3-0027">
            <a:extLst xmlns:a="http://schemas.openxmlformats.org/drawingml/2006/main">
              <a:ext uri="{FF2B5EF4-FFF2-40B4-BE49-F238E27FC236}">
                <a16:creationId xmlns:a16="http://schemas.microsoft.com/office/drawing/2014/main" id="{C22B52CA-0127-49C3-A35E-EFAC51AA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5917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28" name="diagram-3-0028">
            <a:extLst xmlns:a="http://schemas.openxmlformats.org/drawingml/2006/main">
              <a:ext uri="{FF2B5EF4-FFF2-40B4-BE49-F238E27FC236}">
                <a16:creationId xmlns:a16="http://schemas.microsoft.com/office/drawing/2014/main" id="{535A4834-FFF8-4467-A581-939EAC18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667" y="5005917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29" name="diagram-3-0029">
            <a:extLst xmlns:a="http://schemas.openxmlformats.org/drawingml/2006/main">
              <a:ext uri="{FF2B5EF4-FFF2-40B4-BE49-F238E27FC236}">
                <a16:creationId xmlns:a16="http://schemas.microsoft.com/office/drawing/2014/main" id="{A5DCC6AC-9030-4CB9-8CD8-F41E122B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333" y="5005917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30" name="diagram-3-0030">
            <a:extLst xmlns:a="http://schemas.openxmlformats.org/drawingml/2006/main">
              <a:ext uri="{FF2B5EF4-FFF2-40B4-BE49-F238E27FC236}">
                <a16:creationId xmlns:a16="http://schemas.microsoft.com/office/drawing/2014/main" id="{442732BF-29A7-4125-8E7B-7395497F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5005917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31" name="diagram-3-0031">
            <a:extLst xmlns:a="http://schemas.openxmlformats.org/drawingml/2006/main">
              <a:ext uri="{FF2B5EF4-FFF2-40B4-BE49-F238E27FC236}">
                <a16:creationId xmlns:a16="http://schemas.microsoft.com/office/drawing/2014/main" id="{0E73E32C-4666-43E2-BD16-8F54C82D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667" y="5005917"/>
            <a:ext cx="465667" cy="465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32" name="diagram-3-0032">
            <a:extLst xmlns:a="http://schemas.openxmlformats.org/drawingml/2006/main">
              <a:ext uri="{FF2B5EF4-FFF2-40B4-BE49-F238E27FC236}">
                <a16:creationId xmlns:a16="http://schemas.microsoft.com/office/drawing/2014/main" id="{134E0924-2ACC-4914-9FB2-AE1BF679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698" y="5636514"/>
            <a:ext cx="143540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注目する1か所</a:t>
            </a:r>
          </a:p>
        </p:txBody>
      </p:sp>
      <p:sp>
        <p:nvSpPr>
          <p:cNvPr id="33" name="diagram-3-0033-segment-1">
            <a:extLst xmlns:a="http://schemas.openxmlformats.org/drawingml/2006/main">
              <a:ext uri="{FF2B5EF4-FFF2-40B4-BE49-F238E27FC236}">
                <a16:creationId xmlns:a16="http://schemas.microsoft.com/office/drawing/2014/main" id="{E55176F2-29E1-4C9A-8562-59065B04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667" y="4303183"/>
            <a:ext cx="550333" cy="953"/>
          </a:xfrm>
          <a:custGeom xmlns:a="http://schemas.openxmlformats.org/drawingml/2006/main">
            <a:pathLst>
              <a:path w="550333" h="953">
                <a:moveTo>
                  <a:pt x="0" y="0"/>
                </a:moveTo>
                <a:lnTo>
                  <a:pt x="550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233"/>
            </a:solidFill>
            <a:prstDash val="solid"/>
          </a:ln>
        </p:spPr>
      </p:sp>
      <p:sp>
        <p:nvSpPr>
          <p:cNvPr id="34" name="diagram-3-0033-arrowhead">
            <a:extLst xmlns:a="http://schemas.openxmlformats.org/drawingml/2006/main">
              <a:ext uri="{FF2B5EF4-FFF2-40B4-BE49-F238E27FC236}">
                <a16:creationId xmlns:a16="http://schemas.microsoft.com/office/drawing/2014/main" id="{7A453363-755B-427A-B2FC-1A6AB3E4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55558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agram-3-0034">
            <a:extLst xmlns:a="http://schemas.openxmlformats.org/drawingml/2006/main">
              <a:ext uri="{FF2B5EF4-FFF2-40B4-BE49-F238E27FC236}">
                <a16:creationId xmlns:a16="http://schemas.microsoft.com/office/drawing/2014/main" id="{63BE98A2-2E04-43AC-977C-3D2BED95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3735917"/>
            <a:ext cx="1439333" cy="11430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21167">
            <a:solidFill>
              <a:srgbClr val="172233"/>
            </a:solidFill>
            <a:prstDash val="solid"/>
          </a:ln>
        </p:spPr>
      </p:sp>
      <p:sp>
        <p:nvSpPr>
          <p:cNvPr id="36" name="diagram-3-0035">
            <a:extLst xmlns:a="http://schemas.openxmlformats.org/drawingml/2006/main">
              <a:ext uri="{FF2B5EF4-FFF2-40B4-BE49-F238E27FC236}">
                <a16:creationId xmlns:a16="http://schemas.microsoft.com/office/drawing/2014/main" id="{6A890277-D1CB-475A-B368-8BAAFE66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240" y="3970951"/>
            <a:ext cx="574853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CNN</a:t>
            </a:r>
          </a:p>
        </p:txBody>
      </p:sp>
      <p:sp>
        <p:nvSpPr>
          <p:cNvPr id="37" name="diagram-3-0036">
            <a:extLst xmlns:a="http://schemas.openxmlformats.org/drawingml/2006/main">
              <a:ext uri="{FF2B5EF4-FFF2-40B4-BE49-F238E27FC236}">
                <a16:creationId xmlns:a16="http://schemas.microsoft.com/office/drawing/2014/main" id="{531D6397-0978-4CB5-97A2-1218541C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547" y="4394962"/>
            <a:ext cx="115824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中間層を使う</a:t>
            </a:r>
          </a:p>
        </p:txBody>
      </p:sp>
      <p:sp>
        <p:nvSpPr>
          <p:cNvPr id="38" name="diagram-3-0037-segment-1">
            <a:extLst xmlns:a="http://schemas.openxmlformats.org/drawingml/2006/main">
              <a:ext uri="{FF2B5EF4-FFF2-40B4-BE49-F238E27FC236}">
                <a16:creationId xmlns:a16="http://schemas.microsoft.com/office/drawing/2014/main" id="{4C4E3283-8888-45AF-944A-DA784677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333" y="4303183"/>
            <a:ext cx="423333" cy="953"/>
          </a:xfrm>
          <a:custGeom xmlns:a="http://schemas.openxmlformats.org/drawingml/2006/main">
            <a:pathLst>
              <a:path w="423333" h="953">
                <a:moveTo>
                  <a:pt x="0" y="0"/>
                </a:moveTo>
                <a:lnTo>
                  <a:pt x="423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233"/>
            </a:solidFill>
            <a:prstDash val="solid"/>
          </a:ln>
        </p:spPr>
      </p:sp>
      <p:sp>
        <p:nvSpPr>
          <p:cNvPr id="39" name="diagram-3-0037-arrowhead">
            <a:extLst xmlns:a="http://schemas.openxmlformats.org/drawingml/2006/main">
              <a:ext uri="{FF2B5EF4-FFF2-40B4-BE49-F238E27FC236}">
                <a16:creationId xmlns:a16="http://schemas.microsoft.com/office/drawing/2014/main" id="{EF90BB35-9A3F-4500-A18A-85E41B7E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67" y="4255558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iagram-3-0038">
            <a:extLst xmlns:a="http://schemas.openxmlformats.org/drawingml/2006/main">
              <a:ext uri="{FF2B5EF4-FFF2-40B4-BE49-F238E27FC236}">
                <a16:creationId xmlns:a16="http://schemas.microsoft.com/office/drawing/2014/main" id="{67518B3F-46DB-4FFF-967C-56EBDE68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667" y="34819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41" name="diagram-3-0039">
            <a:extLst xmlns:a="http://schemas.openxmlformats.org/drawingml/2006/main">
              <a:ext uri="{FF2B5EF4-FFF2-40B4-BE49-F238E27FC236}">
                <a16:creationId xmlns:a16="http://schemas.microsoft.com/office/drawing/2014/main" id="{1B0FA139-1120-48E3-88B3-1583B9E4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467" y="34819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42" name="diagram-3-0040">
            <a:extLst xmlns:a="http://schemas.openxmlformats.org/drawingml/2006/main">
              <a:ext uri="{FF2B5EF4-FFF2-40B4-BE49-F238E27FC236}">
                <a16:creationId xmlns:a16="http://schemas.microsoft.com/office/drawing/2014/main" id="{63BA6A3E-AD36-49C9-AB76-191E0854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267" y="34819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43" name="diagram-3-0041">
            <a:extLst xmlns:a="http://schemas.openxmlformats.org/drawingml/2006/main">
              <a:ext uri="{FF2B5EF4-FFF2-40B4-BE49-F238E27FC236}">
                <a16:creationId xmlns:a16="http://schemas.microsoft.com/office/drawing/2014/main" id="{C743D202-1220-43F1-A135-49B6F31A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067" y="34819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44" name="diagram-3-0042">
            <a:extLst xmlns:a="http://schemas.openxmlformats.org/drawingml/2006/main">
              <a:ext uri="{FF2B5EF4-FFF2-40B4-BE49-F238E27FC236}">
                <a16:creationId xmlns:a16="http://schemas.microsoft.com/office/drawing/2014/main" id="{49C007A2-3D34-48DE-BEC0-89B050B5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667" y="37867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45" name="diagram-3-0043">
            <a:extLst xmlns:a="http://schemas.openxmlformats.org/drawingml/2006/main">
              <a:ext uri="{FF2B5EF4-FFF2-40B4-BE49-F238E27FC236}">
                <a16:creationId xmlns:a16="http://schemas.microsoft.com/office/drawing/2014/main" id="{5ABE6475-FC69-4429-94DE-E0AAC7EC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467" y="37867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46" name="diagram-3-0044">
            <a:extLst xmlns:a="http://schemas.openxmlformats.org/drawingml/2006/main">
              <a:ext uri="{FF2B5EF4-FFF2-40B4-BE49-F238E27FC236}">
                <a16:creationId xmlns:a16="http://schemas.microsoft.com/office/drawing/2014/main" id="{4496C50D-B68E-4DCF-8D34-C5C4535E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267" y="37867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47" name="diagram-3-0045">
            <a:extLst xmlns:a="http://schemas.openxmlformats.org/drawingml/2006/main">
              <a:ext uri="{FF2B5EF4-FFF2-40B4-BE49-F238E27FC236}">
                <a16:creationId xmlns:a16="http://schemas.microsoft.com/office/drawing/2014/main" id="{B78BE2F8-BA8E-4A34-BBE8-1D223BB7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067" y="37867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48" name="diagram-3-0046">
            <a:extLst xmlns:a="http://schemas.openxmlformats.org/drawingml/2006/main">
              <a:ext uri="{FF2B5EF4-FFF2-40B4-BE49-F238E27FC236}">
                <a16:creationId xmlns:a16="http://schemas.microsoft.com/office/drawing/2014/main" id="{328648E5-3E53-4A74-96A5-38D11627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667" y="40915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49" name="diagram-3-0047">
            <a:extLst xmlns:a="http://schemas.openxmlformats.org/drawingml/2006/main">
              <a:ext uri="{FF2B5EF4-FFF2-40B4-BE49-F238E27FC236}">
                <a16:creationId xmlns:a16="http://schemas.microsoft.com/office/drawing/2014/main" id="{D0C40115-8EE9-4FD3-B40C-14852EC0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467" y="40915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50" name="diagram-3-0048">
            <a:extLst xmlns:a="http://schemas.openxmlformats.org/drawingml/2006/main">
              <a:ext uri="{FF2B5EF4-FFF2-40B4-BE49-F238E27FC236}">
                <a16:creationId xmlns:a16="http://schemas.microsoft.com/office/drawing/2014/main" id="{6DC60A0D-84CE-4A32-A95B-ACC5A058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267" y="40915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51" name="diagram-3-0049">
            <a:extLst xmlns:a="http://schemas.openxmlformats.org/drawingml/2006/main">
              <a:ext uri="{FF2B5EF4-FFF2-40B4-BE49-F238E27FC236}">
                <a16:creationId xmlns:a16="http://schemas.microsoft.com/office/drawing/2014/main" id="{CF3718FE-D686-459E-9BA9-D564777B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067" y="40915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52" name="diagram-3-0050">
            <a:extLst xmlns:a="http://schemas.openxmlformats.org/drawingml/2006/main">
              <a:ext uri="{FF2B5EF4-FFF2-40B4-BE49-F238E27FC236}">
                <a16:creationId xmlns:a16="http://schemas.microsoft.com/office/drawing/2014/main" id="{E9D05D36-0304-4B29-A9B9-EFAA3013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667" y="43963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53" name="diagram-3-0051">
            <a:extLst xmlns:a="http://schemas.openxmlformats.org/drawingml/2006/main">
              <a:ext uri="{FF2B5EF4-FFF2-40B4-BE49-F238E27FC236}">
                <a16:creationId xmlns:a16="http://schemas.microsoft.com/office/drawing/2014/main" id="{68D90E0D-E43E-41B9-B6FE-E4424580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467" y="43963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54" name="diagram-3-0052">
            <a:extLst xmlns:a="http://schemas.openxmlformats.org/drawingml/2006/main">
              <a:ext uri="{FF2B5EF4-FFF2-40B4-BE49-F238E27FC236}">
                <a16:creationId xmlns:a16="http://schemas.microsoft.com/office/drawing/2014/main" id="{A8204AAF-B34D-4561-845C-352E5178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267" y="43963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55" name="diagram-3-0053">
            <a:extLst xmlns:a="http://schemas.openxmlformats.org/drawingml/2006/main">
              <a:ext uri="{FF2B5EF4-FFF2-40B4-BE49-F238E27FC236}">
                <a16:creationId xmlns:a16="http://schemas.microsoft.com/office/drawing/2014/main" id="{6ED5439B-A4C7-4A72-8106-102F7C2E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067" y="43963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56" name="diagram-3-0054">
            <a:extLst xmlns:a="http://schemas.openxmlformats.org/drawingml/2006/main">
              <a:ext uri="{FF2B5EF4-FFF2-40B4-BE49-F238E27FC236}">
                <a16:creationId xmlns:a16="http://schemas.microsoft.com/office/drawing/2014/main" id="{81889741-0F05-4644-81A7-EADE4F9C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025" y="4835229"/>
            <a:ext cx="970483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チャネル 1</a:t>
            </a:r>
          </a:p>
        </p:txBody>
      </p:sp>
      <p:sp>
        <p:nvSpPr>
          <p:cNvPr id="57" name="diagram-3-0055">
            <a:extLst xmlns:a="http://schemas.openxmlformats.org/drawingml/2006/main">
              <a:ext uri="{FF2B5EF4-FFF2-40B4-BE49-F238E27FC236}">
                <a16:creationId xmlns:a16="http://schemas.microsoft.com/office/drawing/2014/main" id="{730EDF6F-AB46-40AC-B864-6F49BDA3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34819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58" name="diagram-3-0056">
            <a:extLst xmlns:a="http://schemas.openxmlformats.org/drawingml/2006/main">
              <a:ext uri="{FF2B5EF4-FFF2-40B4-BE49-F238E27FC236}">
                <a16:creationId xmlns:a16="http://schemas.microsoft.com/office/drawing/2014/main" id="{23666CFB-DFB5-4C95-9DAC-27A7DA96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34819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59" name="diagram-3-0057">
            <a:extLst xmlns:a="http://schemas.openxmlformats.org/drawingml/2006/main">
              <a:ext uri="{FF2B5EF4-FFF2-40B4-BE49-F238E27FC236}">
                <a16:creationId xmlns:a16="http://schemas.microsoft.com/office/drawing/2014/main" id="{FECD02A1-7E3E-44D5-8230-D852E5E3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4819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60" name="diagram-3-0058">
            <a:extLst xmlns:a="http://schemas.openxmlformats.org/drawingml/2006/main">
              <a:ext uri="{FF2B5EF4-FFF2-40B4-BE49-F238E27FC236}">
                <a16:creationId xmlns:a16="http://schemas.microsoft.com/office/drawing/2014/main" id="{2F423EE4-B353-44C9-AC28-AF298FF1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4819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61" name="diagram-3-0059">
            <a:extLst xmlns:a="http://schemas.openxmlformats.org/drawingml/2006/main">
              <a:ext uri="{FF2B5EF4-FFF2-40B4-BE49-F238E27FC236}">
                <a16:creationId xmlns:a16="http://schemas.microsoft.com/office/drawing/2014/main" id="{A60D6182-3A4A-4D4D-81D4-3A844B40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37867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62" name="diagram-3-0060">
            <a:extLst xmlns:a="http://schemas.openxmlformats.org/drawingml/2006/main">
              <a:ext uri="{FF2B5EF4-FFF2-40B4-BE49-F238E27FC236}">
                <a16:creationId xmlns:a16="http://schemas.microsoft.com/office/drawing/2014/main" id="{885078F2-21FC-4EF7-8B8F-BB92C11F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37867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63" name="diagram-3-0061">
            <a:extLst xmlns:a="http://schemas.openxmlformats.org/drawingml/2006/main">
              <a:ext uri="{FF2B5EF4-FFF2-40B4-BE49-F238E27FC236}">
                <a16:creationId xmlns:a16="http://schemas.microsoft.com/office/drawing/2014/main" id="{A7BE6F13-EEF4-4F2D-9256-CBD868FE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7867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64" name="diagram-3-0062">
            <a:extLst xmlns:a="http://schemas.openxmlformats.org/drawingml/2006/main">
              <a:ext uri="{FF2B5EF4-FFF2-40B4-BE49-F238E27FC236}">
                <a16:creationId xmlns:a16="http://schemas.microsoft.com/office/drawing/2014/main" id="{DA50568C-F5A5-4225-AA2D-E6CD1391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7867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65" name="diagram-3-0063">
            <a:extLst xmlns:a="http://schemas.openxmlformats.org/drawingml/2006/main">
              <a:ext uri="{FF2B5EF4-FFF2-40B4-BE49-F238E27FC236}">
                <a16:creationId xmlns:a16="http://schemas.microsoft.com/office/drawing/2014/main" id="{6504A996-F169-4601-8E2E-A6F1FC4E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40915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66" name="diagram-3-0064">
            <a:extLst xmlns:a="http://schemas.openxmlformats.org/drawingml/2006/main">
              <a:ext uri="{FF2B5EF4-FFF2-40B4-BE49-F238E27FC236}">
                <a16:creationId xmlns:a16="http://schemas.microsoft.com/office/drawing/2014/main" id="{B6EFA863-578D-4216-97BA-039338F5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40915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67" name="diagram-3-0065">
            <a:extLst xmlns:a="http://schemas.openxmlformats.org/drawingml/2006/main">
              <a:ext uri="{FF2B5EF4-FFF2-40B4-BE49-F238E27FC236}">
                <a16:creationId xmlns:a16="http://schemas.microsoft.com/office/drawing/2014/main" id="{C8CBE48E-D315-43D1-8D42-973CA1BE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40915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68" name="diagram-3-0066">
            <a:extLst xmlns:a="http://schemas.openxmlformats.org/drawingml/2006/main">
              <a:ext uri="{FF2B5EF4-FFF2-40B4-BE49-F238E27FC236}">
                <a16:creationId xmlns:a16="http://schemas.microsoft.com/office/drawing/2014/main" id="{EFE39FE3-A0FA-49BA-9468-3357BC47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15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69" name="diagram-3-0067">
            <a:extLst xmlns:a="http://schemas.openxmlformats.org/drawingml/2006/main">
              <a:ext uri="{FF2B5EF4-FFF2-40B4-BE49-F238E27FC236}">
                <a16:creationId xmlns:a16="http://schemas.microsoft.com/office/drawing/2014/main" id="{46DC89F5-DF65-4F7A-BE8E-0D35F901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43963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70" name="diagram-3-0068">
            <a:extLst xmlns:a="http://schemas.openxmlformats.org/drawingml/2006/main">
              <a:ext uri="{FF2B5EF4-FFF2-40B4-BE49-F238E27FC236}">
                <a16:creationId xmlns:a16="http://schemas.microsoft.com/office/drawing/2014/main" id="{8A18B990-CFAC-47A6-8DDD-B24028EF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43963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71" name="diagram-3-0069">
            <a:extLst xmlns:a="http://schemas.openxmlformats.org/drawingml/2006/main">
              <a:ext uri="{FF2B5EF4-FFF2-40B4-BE49-F238E27FC236}">
                <a16:creationId xmlns:a16="http://schemas.microsoft.com/office/drawing/2014/main" id="{CD28635A-9307-428F-B2D0-A7CFADAF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43963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72" name="diagram-3-0070">
            <a:extLst xmlns:a="http://schemas.openxmlformats.org/drawingml/2006/main">
              <a:ext uri="{FF2B5EF4-FFF2-40B4-BE49-F238E27FC236}">
                <a16:creationId xmlns:a16="http://schemas.microsoft.com/office/drawing/2014/main" id="{006AB3E6-3E74-4AD8-B30E-9596BE9A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963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73" name="diagram-3-0071">
            <a:extLst xmlns:a="http://schemas.openxmlformats.org/drawingml/2006/main">
              <a:ext uri="{FF2B5EF4-FFF2-40B4-BE49-F238E27FC236}">
                <a16:creationId xmlns:a16="http://schemas.microsoft.com/office/drawing/2014/main" id="{13426778-60C6-4A14-87E1-9C777F6C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358" y="4835229"/>
            <a:ext cx="970483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チャネル 2</a:t>
            </a:r>
          </a:p>
        </p:txBody>
      </p:sp>
      <p:sp>
        <p:nvSpPr>
          <p:cNvPr id="74" name="diagram-3-0072">
            <a:extLst xmlns:a="http://schemas.openxmlformats.org/drawingml/2006/main">
              <a:ext uri="{FF2B5EF4-FFF2-40B4-BE49-F238E27FC236}">
                <a16:creationId xmlns:a16="http://schemas.microsoft.com/office/drawing/2014/main" id="{C879E94D-105C-4938-861E-75E8B064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4819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75" name="diagram-3-0073">
            <a:extLst xmlns:a="http://schemas.openxmlformats.org/drawingml/2006/main">
              <a:ext uri="{FF2B5EF4-FFF2-40B4-BE49-F238E27FC236}">
                <a16:creationId xmlns:a16="http://schemas.microsoft.com/office/drawing/2014/main" id="{70354472-5873-40E8-A5B9-EF998EBD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133" y="34819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76" name="diagram-3-0074">
            <a:extLst xmlns:a="http://schemas.openxmlformats.org/drawingml/2006/main">
              <a:ext uri="{FF2B5EF4-FFF2-40B4-BE49-F238E27FC236}">
                <a16:creationId xmlns:a16="http://schemas.microsoft.com/office/drawing/2014/main" id="{35688106-084A-4720-91B3-BD6EDD42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933" y="34819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77" name="diagram-3-0075">
            <a:extLst xmlns:a="http://schemas.openxmlformats.org/drawingml/2006/main">
              <a:ext uri="{FF2B5EF4-FFF2-40B4-BE49-F238E27FC236}">
                <a16:creationId xmlns:a16="http://schemas.microsoft.com/office/drawing/2014/main" id="{0F793B3C-F809-4270-BAA0-6D3A13CF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733" y="34819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78" name="diagram-3-0076">
            <a:extLst xmlns:a="http://schemas.openxmlformats.org/drawingml/2006/main">
              <a:ext uri="{FF2B5EF4-FFF2-40B4-BE49-F238E27FC236}">
                <a16:creationId xmlns:a16="http://schemas.microsoft.com/office/drawing/2014/main" id="{850A119F-8C40-490A-A037-2D71F627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7867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79" name="diagram-3-0077">
            <a:extLst xmlns:a="http://schemas.openxmlformats.org/drawingml/2006/main">
              <a:ext uri="{FF2B5EF4-FFF2-40B4-BE49-F238E27FC236}">
                <a16:creationId xmlns:a16="http://schemas.microsoft.com/office/drawing/2014/main" id="{C65799CC-BB1E-42B4-9EE6-8505E502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133" y="37867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80" name="diagram-3-0078">
            <a:extLst xmlns:a="http://schemas.openxmlformats.org/drawingml/2006/main">
              <a:ext uri="{FF2B5EF4-FFF2-40B4-BE49-F238E27FC236}">
                <a16:creationId xmlns:a16="http://schemas.microsoft.com/office/drawing/2014/main" id="{2B678725-6E74-4D69-82E5-438A8A75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933" y="37867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81" name="diagram-3-0079">
            <a:extLst xmlns:a="http://schemas.openxmlformats.org/drawingml/2006/main">
              <a:ext uri="{FF2B5EF4-FFF2-40B4-BE49-F238E27FC236}">
                <a16:creationId xmlns:a16="http://schemas.microsoft.com/office/drawing/2014/main" id="{FAC5628F-C8D2-4726-A2D8-B083F4D6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733" y="37867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82" name="diagram-3-0080">
            <a:extLst xmlns:a="http://schemas.openxmlformats.org/drawingml/2006/main">
              <a:ext uri="{FF2B5EF4-FFF2-40B4-BE49-F238E27FC236}">
                <a16:creationId xmlns:a16="http://schemas.microsoft.com/office/drawing/2014/main" id="{6B916C7C-6C9E-45CD-86CE-B93FADA6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40915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83" name="diagram-3-0081">
            <a:extLst xmlns:a="http://schemas.openxmlformats.org/drawingml/2006/main">
              <a:ext uri="{FF2B5EF4-FFF2-40B4-BE49-F238E27FC236}">
                <a16:creationId xmlns:a16="http://schemas.microsoft.com/office/drawing/2014/main" id="{16BC0E09-A5E1-40CF-A8C1-25CF646C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133" y="40915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84" name="diagram-3-0082">
            <a:extLst xmlns:a="http://schemas.openxmlformats.org/drawingml/2006/main">
              <a:ext uri="{FF2B5EF4-FFF2-40B4-BE49-F238E27FC236}">
                <a16:creationId xmlns:a16="http://schemas.microsoft.com/office/drawing/2014/main" id="{EDFA4CE1-B97E-4552-8679-2EB5A98C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933" y="40915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85" name="diagram-3-0083">
            <a:extLst xmlns:a="http://schemas.openxmlformats.org/drawingml/2006/main">
              <a:ext uri="{FF2B5EF4-FFF2-40B4-BE49-F238E27FC236}">
                <a16:creationId xmlns:a16="http://schemas.microsoft.com/office/drawing/2014/main" id="{EA544EC6-35A9-4FAB-B97E-2C99C56F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733" y="40915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86" name="diagram-3-0084">
            <a:extLst xmlns:a="http://schemas.openxmlformats.org/drawingml/2006/main">
              <a:ext uri="{FF2B5EF4-FFF2-40B4-BE49-F238E27FC236}">
                <a16:creationId xmlns:a16="http://schemas.microsoft.com/office/drawing/2014/main" id="{C7C7A25C-942B-4576-BCAB-E1260728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43963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87" name="diagram-3-0085">
            <a:extLst xmlns:a="http://schemas.openxmlformats.org/drawingml/2006/main">
              <a:ext uri="{FF2B5EF4-FFF2-40B4-BE49-F238E27FC236}">
                <a16:creationId xmlns:a16="http://schemas.microsoft.com/office/drawing/2014/main" id="{3ED3077C-1176-4D0F-9C1A-BD83FAE0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133" y="43963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88" name="diagram-3-0086">
            <a:extLst xmlns:a="http://schemas.openxmlformats.org/drawingml/2006/main">
              <a:ext uri="{FF2B5EF4-FFF2-40B4-BE49-F238E27FC236}">
                <a16:creationId xmlns:a16="http://schemas.microsoft.com/office/drawing/2014/main" id="{520A1D1C-A3E0-4618-A8B2-23BB4D88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933" y="43963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89" name="diagram-3-0087">
            <a:extLst xmlns:a="http://schemas.openxmlformats.org/drawingml/2006/main">
              <a:ext uri="{FF2B5EF4-FFF2-40B4-BE49-F238E27FC236}">
                <a16:creationId xmlns:a16="http://schemas.microsoft.com/office/drawing/2014/main" id="{FAA1897B-99BD-4CD0-AD1A-B24EB261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733" y="4396317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393">
            <a:solidFill>
              <a:srgbClr val="172233"/>
            </a:solidFill>
            <a:prstDash val="solid"/>
          </a:ln>
        </p:spPr>
      </p:sp>
      <p:sp>
        <p:nvSpPr>
          <p:cNvPr id="90" name="diagram-3-0088">
            <a:extLst xmlns:a="http://schemas.openxmlformats.org/drawingml/2006/main">
              <a:ext uri="{FF2B5EF4-FFF2-40B4-BE49-F238E27FC236}">
                <a16:creationId xmlns:a16="http://schemas.microsoft.com/office/drawing/2014/main" id="{9A030A3D-5918-4342-8B8A-C2952458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811" y="4835229"/>
            <a:ext cx="104424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チャネル …</a:t>
            </a:r>
          </a:p>
        </p:txBody>
      </p:sp>
      <p:sp>
        <p:nvSpPr>
          <p:cNvPr id="91" name="diagram-3-0089">
            <a:extLst xmlns:a="http://schemas.openxmlformats.org/drawingml/2006/main">
              <a:ext uri="{FF2B5EF4-FFF2-40B4-BE49-F238E27FC236}">
                <a16:creationId xmlns:a16="http://schemas.microsoft.com/office/drawing/2014/main" id="{7D14F9A6-837C-4F2E-822F-10B50354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703" y="5272447"/>
            <a:ext cx="347726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同じ位置に、チャネルごとの値がある</a:t>
            </a:r>
          </a:p>
        </p:txBody>
      </p:sp>
      <p:sp>
        <p:nvSpPr>
          <p:cNvPr id="92" name="diagram-3-0090">
            <a:extLst xmlns:a="http://schemas.openxmlformats.org/drawingml/2006/main">
              <a:ext uri="{FF2B5EF4-FFF2-40B4-BE49-F238E27FC236}">
                <a16:creationId xmlns:a16="http://schemas.microsoft.com/office/drawing/2014/main" id="{E35AF3F1-4FB0-4636-8E83-2F3F99D5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794" y="5639562"/>
            <a:ext cx="3599078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図の3枚は模式図。実際には多数のチャネル。</a:t>
            </a:r>
          </a:p>
        </p:txBody>
      </p:sp>
      <p:sp>
        <p:nvSpPr>
          <p:cNvPr id="93" name="diagram-3-0091-segment-1">
            <a:extLst xmlns:a="http://schemas.openxmlformats.org/drawingml/2006/main">
              <a:ext uri="{FF2B5EF4-FFF2-40B4-BE49-F238E27FC236}">
                <a16:creationId xmlns:a16="http://schemas.microsoft.com/office/drawing/2014/main" id="{DC8AEC01-F6C8-4CD9-AF25-FC748CF0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333" y="4303183"/>
            <a:ext cx="592667" cy="953"/>
          </a:xfrm>
          <a:custGeom xmlns:a="http://schemas.openxmlformats.org/drawingml/2006/main">
            <a:pathLst>
              <a:path w="592667" h="953">
                <a:moveTo>
                  <a:pt x="0" y="0"/>
                </a:moveTo>
                <a:lnTo>
                  <a:pt x="5926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233"/>
            </a:solidFill>
            <a:prstDash val="solid"/>
          </a:ln>
        </p:spPr>
      </p:sp>
      <p:sp>
        <p:nvSpPr>
          <p:cNvPr id="94" name="diagram-3-0091-arrowhead">
            <a:extLst xmlns:a="http://schemas.openxmlformats.org/drawingml/2006/main">
              <a:ext uri="{FF2B5EF4-FFF2-40B4-BE49-F238E27FC236}">
                <a16:creationId xmlns:a16="http://schemas.microsoft.com/office/drawing/2014/main" id="{07C4A5CF-29CC-402E-A1FF-B5EDCF83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4255558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iagram-3-0092">
            <a:extLst xmlns:a="http://schemas.openxmlformats.org/drawingml/2006/main">
              <a:ext uri="{FF2B5EF4-FFF2-40B4-BE49-F238E27FC236}">
                <a16:creationId xmlns:a16="http://schemas.microsoft.com/office/drawing/2014/main" id="{692271FF-F0C5-47CA-891C-C5DB9037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85583"/>
            <a:ext cx="3767667" cy="254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167">
            <a:solidFill>
              <a:srgbClr val="172233"/>
            </a:solidFill>
            <a:prstDash val="solid"/>
          </a:ln>
        </p:spPr>
      </p:sp>
      <p:sp>
        <p:nvSpPr>
          <p:cNvPr id="96" name="diagram-3-0093">
            <a:extLst xmlns:a="http://schemas.openxmlformats.org/drawingml/2006/main">
              <a:ext uri="{FF2B5EF4-FFF2-40B4-BE49-F238E27FC236}">
                <a16:creationId xmlns:a16="http://schemas.microsoft.com/office/drawing/2014/main" id="{42E1A48F-A5B7-405A-9442-7688E88D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834" y="3392847"/>
            <a:ext cx="280446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同じ位置の値を1列にまとめる</a:t>
            </a:r>
          </a:p>
        </p:txBody>
      </p:sp>
      <p:sp>
        <p:nvSpPr>
          <p:cNvPr id="97" name="diagram-3-0094">
            <a:extLst xmlns:a="http://schemas.openxmlformats.org/drawingml/2006/main">
              <a:ext uri="{FF2B5EF4-FFF2-40B4-BE49-F238E27FC236}">
                <a16:creationId xmlns:a16="http://schemas.microsoft.com/office/drawing/2014/main" id="{5BE2D826-8980-4919-8F67-94617FB5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333" y="3837517"/>
            <a:ext cx="269240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16933">
            <a:solidFill>
              <a:srgbClr val="ED7D31"/>
            </a:solidFill>
            <a:prstDash val="solid"/>
          </a:ln>
        </p:spPr>
      </p:sp>
      <p:sp>
        <p:nvSpPr>
          <p:cNvPr id="98" name="diagram-3-0095">
            <a:extLst xmlns:a="http://schemas.openxmlformats.org/drawingml/2006/main">
              <a:ext uri="{FF2B5EF4-FFF2-40B4-BE49-F238E27FC236}">
                <a16:creationId xmlns:a16="http://schemas.microsoft.com/office/drawing/2014/main" id="{0C06FC2D-95AF-4C2C-B5C6-F3FC1DAF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5312" y="3892381"/>
            <a:ext cx="1920443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layer2：512個の値</a:t>
            </a:r>
          </a:p>
        </p:txBody>
      </p:sp>
      <p:sp>
        <p:nvSpPr>
          <p:cNvPr id="99" name="diagram-3-0096">
            <a:extLst xmlns:a="http://schemas.openxmlformats.org/drawingml/2006/main">
              <a:ext uri="{FF2B5EF4-FFF2-40B4-BE49-F238E27FC236}">
                <a16:creationId xmlns:a16="http://schemas.microsoft.com/office/drawing/2014/main" id="{C9708DDC-CFBE-44D3-90E3-719A356A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603" y="4241885"/>
            <a:ext cx="4038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＋</a:t>
            </a:r>
          </a:p>
        </p:txBody>
      </p:sp>
      <p:sp>
        <p:nvSpPr>
          <p:cNvPr id="100" name="diagram-3-0097">
            <a:extLst xmlns:a="http://schemas.openxmlformats.org/drawingml/2006/main">
              <a:ext uri="{FF2B5EF4-FFF2-40B4-BE49-F238E27FC236}">
                <a16:creationId xmlns:a16="http://schemas.microsoft.com/office/drawing/2014/main" id="{CC528B55-33F0-447E-8F97-8CAB7519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333" y="4701117"/>
            <a:ext cx="2692400" cy="372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16933">
            <a:solidFill>
              <a:srgbClr val="ED7D31"/>
            </a:solidFill>
            <a:prstDash val="solid"/>
          </a:ln>
        </p:spPr>
      </p:sp>
      <p:sp>
        <p:nvSpPr>
          <p:cNvPr id="101" name="diagram-3-0098">
            <a:extLst xmlns:a="http://schemas.openxmlformats.org/drawingml/2006/main">
              <a:ext uri="{FF2B5EF4-FFF2-40B4-BE49-F238E27FC236}">
                <a16:creationId xmlns:a16="http://schemas.microsoft.com/office/drawing/2014/main" id="{BBAF100D-EA7B-43CC-B0CF-9F35C9E1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0549" y="4755981"/>
            <a:ext cx="2029968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layer3：1024個の値</a:t>
            </a:r>
          </a:p>
        </p:txBody>
      </p:sp>
      <p:sp>
        <p:nvSpPr>
          <p:cNvPr id="102" name="diagram-3-0099">
            <a:extLst xmlns:a="http://schemas.openxmlformats.org/drawingml/2006/main">
              <a:ext uri="{FF2B5EF4-FFF2-40B4-BE49-F238E27FC236}">
                <a16:creationId xmlns:a16="http://schemas.microsoft.com/office/drawing/2014/main" id="{953956C8-B027-4217-9E0B-FA0B4272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9855" y="5201666"/>
            <a:ext cx="2414422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= 1536次元のベクトル</a:t>
            </a:r>
          </a:p>
        </p:txBody>
      </p:sp>
      <p:sp>
        <p:nvSpPr>
          <p:cNvPr id="103" name="diagram-3-0100-segment-1">
            <a:extLst xmlns:a="http://schemas.openxmlformats.org/drawingml/2006/main">
              <a:ext uri="{FF2B5EF4-FFF2-40B4-BE49-F238E27FC236}">
                <a16:creationId xmlns:a16="http://schemas.microsoft.com/office/drawing/2014/main" id="{FB345478-9C47-4CE8-99B8-C9A9DED0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67" y="6436783"/>
            <a:ext cx="14054667" cy="953"/>
          </a:xfrm>
          <a:custGeom xmlns:a="http://schemas.openxmlformats.org/drawingml/2006/main">
            <a:pathLst>
              <a:path w="14054667" h="953">
                <a:moveTo>
                  <a:pt x="0" y="0"/>
                </a:moveTo>
                <a:lnTo>
                  <a:pt x="140546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33">
            <a:solidFill>
              <a:srgbClr val="D7DDE4"/>
            </a:solidFill>
            <a:prstDash val="solid"/>
          </a:ln>
        </p:spPr>
      </p:sp>
      <p:sp>
        <p:nvSpPr>
          <p:cNvPr id="104" name="diagram-3-0101">
            <a:extLst xmlns:a="http://schemas.openxmlformats.org/drawingml/2006/main">
              <a:ext uri="{FF2B5EF4-FFF2-40B4-BE49-F238E27FC236}">
                <a16:creationId xmlns:a16="http://schemas.microsoft.com/office/drawing/2014/main" id="{45A5C771-538A-49F1-89EC-2EA5EFD4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843" y="6674866"/>
            <a:ext cx="4998314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28×28の各位置に1本ずつ → 1画像あたり784本</a:t>
            </a:r>
          </a:p>
        </p:txBody>
      </p:sp>
      <p:sp>
        <p:nvSpPr>
          <p:cNvPr id="105" name="diagram-3-0102">
            <a:extLst xmlns:a="http://schemas.openxmlformats.org/drawingml/2006/main">
              <a:ext uri="{FF2B5EF4-FFF2-40B4-BE49-F238E27FC236}">
                <a16:creationId xmlns:a16="http://schemas.microsoft.com/office/drawing/2014/main" id="{80ABB138-8992-417F-A938-438E564E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362" y="7180495"/>
            <a:ext cx="730727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※ 数値はこの講義の構成例。layer3の位置を合わせて結合し、必要に応じて次元を調整する。</a:t>
            </a:r>
          </a:p>
        </p:txBody>
      </p:sp>
      <p:sp>
        <p:nvSpPr>
          <p:cNvPr id="106" name="diagram-3-0103">
            <a:extLst xmlns:a="http://schemas.openxmlformats.org/drawingml/2006/main">
              <a:ext uri="{FF2B5EF4-FFF2-40B4-BE49-F238E27FC236}">
                <a16:creationId xmlns:a16="http://schemas.microsoft.com/office/drawing/2014/main" id="{BCC56D58-3422-479E-A760-1EC9CFF2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76829"/>
            <a:ext cx="51816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図のグリッドは説明用で、実際の特徴マップの大きさとは異なる。</a:t>
            </a:r>
          </a:p>
        </p:txBody>
      </p:sp>
    </p:spTree>
    <p:extLst>
      <p:ext uri="{BB962C8B-B14F-4D97-AF65-F5344CB8AC3E}">
        <p14:creationId xmlns:p14="http://schemas.microsoft.com/office/powerpoint/2010/main" val="517751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diagram-4-0001">
            <a:extLst xmlns:a="http://schemas.openxmlformats.org/drawingml/2006/main">
              <a:ext uri="{FF2B5EF4-FFF2-40B4-BE49-F238E27FC236}">
                <a16:creationId xmlns:a16="http://schemas.microsoft.com/office/drawing/2014/main" id="{D835250E-934A-49BB-A6CB-EBE19C2D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iagram-4-0002">
            <a:extLst xmlns:a="http://schemas.openxmlformats.org/drawingml/2006/main">
              <a:ext uri="{FF2B5EF4-FFF2-40B4-BE49-F238E27FC236}">
                <a16:creationId xmlns:a16="http://schemas.microsoft.com/office/drawing/2014/main" id="{07308644-760D-4E21-8811-98385952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241"/>
            <a:ext cx="4930140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パッチ特徴量ができるまで</a:t>
            </a:r>
          </a:p>
        </p:txBody>
      </p:sp>
      <p:sp>
        <p:nvSpPr>
          <p:cNvPr id="3" name="diagram-4-0003">
            <a:extLst xmlns:a="http://schemas.openxmlformats.org/drawingml/2006/main">
              <a:ext uri="{FF2B5EF4-FFF2-40B4-BE49-F238E27FC236}">
                <a16:creationId xmlns:a16="http://schemas.microsoft.com/office/drawing/2014/main" id="{DA44C8FC-4CB8-44E9-8983-0A2CA38C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6122"/>
            <a:ext cx="5644286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入力画像 → CNNの中間層 → 同じ位置の特徴をまとめる</a:t>
            </a:r>
          </a:p>
        </p:txBody>
      </p:sp>
      <p:sp>
        <p:nvSpPr>
          <p:cNvPr id="4" name="diagram-4-0004">
            <a:extLst xmlns:a="http://schemas.openxmlformats.org/drawingml/2006/main">
              <a:ext uri="{FF2B5EF4-FFF2-40B4-BE49-F238E27FC236}">
                <a16:creationId xmlns:a16="http://schemas.microsoft.com/office/drawing/2014/main" id="{434B8CED-3F49-4EFF-A6CB-F48CC9FF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5" name="diagram-4-0005">
            <a:extLst xmlns:a="http://schemas.openxmlformats.org/drawingml/2006/main">
              <a:ext uri="{FF2B5EF4-FFF2-40B4-BE49-F238E27FC236}">
                <a16:creationId xmlns:a16="http://schemas.microsoft.com/office/drawing/2014/main" id="{89D0C9D1-8BC7-4506-AE13-FF86F88B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1200150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入力画像</a:t>
            </a:r>
          </a:p>
        </p:txBody>
      </p:sp>
      <p:sp>
        <p:nvSpPr>
          <p:cNvPr id="6" name="diagram-4-0006">
            <a:extLst xmlns:a="http://schemas.openxmlformats.org/drawingml/2006/main">
              <a:ext uri="{FF2B5EF4-FFF2-40B4-BE49-F238E27FC236}">
                <a16:creationId xmlns:a16="http://schemas.microsoft.com/office/drawing/2014/main" id="{8059AF38-8CFD-4439-A213-86EB117B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82" y="3146679"/>
            <a:ext cx="1812036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3 × 224 × 224</a:t>
            </a:r>
          </a:p>
        </p:txBody>
      </p:sp>
      <p:sp>
        <p:nvSpPr>
          <p:cNvPr id="7" name="diagram-4-0007-segment-1">
            <a:extLst xmlns:a="http://schemas.openxmlformats.org/drawingml/2006/main">
              <a:ext uri="{FF2B5EF4-FFF2-40B4-BE49-F238E27FC236}">
                <a16:creationId xmlns:a16="http://schemas.microsoft.com/office/drawing/2014/main" id="{9E33D443-7986-437E-A601-DD9A0B2F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24200"/>
            <a:ext cx="523875" cy="953"/>
          </a:xfrm>
          <a:custGeom xmlns:a="http://schemas.openxmlformats.org/drawingml/2006/main">
            <a:pathLst>
              <a:path w="523875" h="953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8" name="diagram-4-0007-arrowhead">
            <a:extLst xmlns:a="http://schemas.openxmlformats.org/drawingml/2006/main">
              <a:ext uri="{FF2B5EF4-FFF2-40B4-BE49-F238E27FC236}">
                <a16:creationId xmlns:a16="http://schemas.microsoft.com/office/drawing/2014/main" id="{A4D9BDDB-AFCA-4F36-9396-276AD30B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765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agram-4-0008">
            <a:extLst xmlns:a="http://schemas.openxmlformats.org/drawingml/2006/main">
              <a:ext uri="{FF2B5EF4-FFF2-40B4-BE49-F238E27FC236}">
                <a16:creationId xmlns:a16="http://schemas.microsoft.com/office/drawing/2014/main" id="{D771ECA8-A37E-4128-B2E8-E4ABF7A7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5270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0" name="diagram-4-0009">
            <a:extLst xmlns:a="http://schemas.openxmlformats.org/drawingml/2006/main">
              <a:ext uri="{FF2B5EF4-FFF2-40B4-BE49-F238E27FC236}">
                <a16:creationId xmlns:a16="http://schemas.microsoft.com/office/drawing/2014/main" id="{736FA875-FF6B-4888-983E-EDDF0B10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148" y="2724150"/>
            <a:ext cx="592455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CNN</a:t>
            </a:r>
          </a:p>
        </p:txBody>
      </p:sp>
      <p:sp>
        <p:nvSpPr>
          <p:cNvPr id="11" name="diagram-4-0010">
            <a:extLst xmlns:a="http://schemas.openxmlformats.org/drawingml/2006/main">
              <a:ext uri="{FF2B5EF4-FFF2-40B4-BE49-F238E27FC236}">
                <a16:creationId xmlns:a16="http://schemas.microsoft.com/office/drawing/2014/main" id="{D8B0CC1C-D5CB-4588-9890-8BE80020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179826"/>
            <a:ext cx="109537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重みは固定</a:t>
            </a:r>
          </a:p>
        </p:txBody>
      </p:sp>
      <p:sp>
        <p:nvSpPr>
          <p:cNvPr id="12" name="diagram-4-0011-segment-1">
            <a:extLst xmlns:a="http://schemas.openxmlformats.org/drawingml/2006/main">
              <a:ext uri="{FF2B5EF4-FFF2-40B4-BE49-F238E27FC236}">
                <a16:creationId xmlns:a16="http://schemas.microsoft.com/office/drawing/2014/main" id="{A2622D07-7ABA-4DE2-AE71-4A00A6EC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24200"/>
            <a:ext cx="333375" cy="953"/>
          </a:xfrm>
          <a:custGeom xmlns:a="http://schemas.openxmlformats.org/drawingml/2006/main">
            <a:pathLst>
              <a:path w="333375" h="95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3" name="diagram-4-0011-segment-2">
            <a:extLst xmlns:a="http://schemas.openxmlformats.org/drawingml/2006/main">
              <a:ext uri="{FF2B5EF4-FFF2-40B4-BE49-F238E27FC236}">
                <a16:creationId xmlns:a16="http://schemas.microsoft.com/office/drawing/2014/main" id="{0DF14E1E-4DF1-4C4D-AE12-4653D423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05050"/>
            <a:ext cx="953" cy="819150"/>
          </a:xfrm>
          <a:custGeom xmlns:a="http://schemas.openxmlformats.org/drawingml/2006/main">
            <a:pathLst>
              <a:path w="953" h="819150">
                <a:moveTo>
                  <a:pt x="0" y="819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4" name="diagram-4-0011-segment-3">
            <a:extLst xmlns:a="http://schemas.openxmlformats.org/drawingml/2006/main">
              <a:ext uri="{FF2B5EF4-FFF2-40B4-BE49-F238E27FC236}">
                <a16:creationId xmlns:a16="http://schemas.microsoft.com/office/drawing/2014/main" id="{1CEC77A1-2743-4615-A0CD-4400E875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05050"/>
            <a:ext cx="381000" cy="953"/>
          </a:xfrm>
          <a:custGeom xmlns:a="http://schemas.openxmlformats.org/drawingml/2006/main">
            <a:pathLst>
              <a:path w="381000" h="953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5" name="diagram-4-0011-arrowhead">
            <a:extLst xmlns:a="http://schemas.openxmlformats.org/drawingml/2006/main">
              <a:ext uri="{FF2B5EF4-FFF2-40B4-BE49-F238E27FC236}">
                <a16:creationId xmlns:a16="http://schemas.microsoft.com/office/drawing/2014/main" id="{434DF1FF-61C6-41DD-8453-0654BB49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2574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iagram-4-0012-segment-1">
            <a:extLst xmlns:a="http://schemas.openxmlformats.org/drawingml/2006/main">
              <a:ext uri="{FF2B5EF4-FFF2-40B4-BE49-F238E27FC236}">
                <a16:creationId xmlns:a16="http://schemas.microsoft.com/office/drawing/2014/main" id="{5088EE22-D24E-4737-AF28-EB53C0FE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24200"/>
            <a:ext cx="953" cy="1047750"/>
          </a:xfrm>
          <a:custGeom xmlns:a="http://schemas.openxmlformats.org/drawingml/2006/main">
            <a:pathLst>
              <a:path w="953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7" name="diagram-4-0012-segment-2">
            <a:extLst xmlns:a="http://schemas.openxmlformats.org/drawingml/2006/main">
              <a:ext uri="{FF2B5EF4-FFF2-40B4-BE49-F238E27FC236}">
                <a16:creationId xmlns:a16="http://schemas.microsoft.com/office/drawing/2014/main" id="{BD5A60E2-7BD8-484F-BADD-7E233251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71950"/>
            <a:ext cx="381000" cy="953"/>
          </a:xfrm>
          <a:custGeom xmlns:a="http://schemas.openxmlformats.org/drawingml/2006/main">
            <a:pathLst>
              <a:path w="381000" h="953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8" name="diagram-4-0012-arrowhead">
            <a:extLst xmlns:a="http://schemas.openxmlformats.org/drawingml/2006/main">
              <a:ext uri="{FF2B5EF4-FFF2-40B4-BE49-F238E27FC236}">
                <a16:creationId xmlns:a16="http://schemas.microsoft.com/office/drawing/2014/main" id="{CD9E0462-8A21-4FCC-92F0-A7666C8B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1243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iagram-4-0013">
            <a:extLst xmlns:a="http://schemas.openxmlformats.org/drawingml/2006/main">
              <a:ext uri="{FF2B5EF4-FFF2-40B4-BE49-F238E27FC236}">
                <a16:creationId xmlns:a16="http://schemas.microsoft.com/office/drawing/2014/main" id="{3BBBE1DA-2543-4AAC-A8D7-FEAC7918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62125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20" name="diagram-4-0014">
            <a:extLst xmlns:a="http://schemas.openxmlformats.org/drawingml/2006/main">
              <a:ext uri="{FF2B5EF4-FFF2-40B4-BE49-F238E27FC236}">
                <a16:creationId xmlns:a16="http://schemas.microsoft.com/office/drawing/2014/main" id="{FDDD2F5D-CE4B-48D8-9346-97DBDE0D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45" y="1905000"/>
            <a:ext cx="1032510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layer2</a:t>
            </a:r>
          </a:p>
        </p:txBody>
      </p:sp>
      <p:sp>
        <p:nvSpPr>
          <p:cNvPr id="21" name="diagram-4-0015">
            <a:extLst xmlns:a="http://schemas.openxmlformats.org/drawingml/2006/main">
              <a:ext uri="{FF2B5EF4-FFF2-40B4-BE49-F238E27FC236}">
                <a16:creationId xmlns:a16="http://schemas.microsoft.com/office/drawing/2014/main" id="{746848CC-A66F-4185-8F7C-5EBC198D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482" y="2318004"/>
            <a:ext cx="1812036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512 × 28 × 28</a:t>
            </a:r>
          </a:p>
        </p:txBody>
      </p:sp>
      <p:sp>
        <p:nvSpPr>
          <p:cNvPr id="22" name="diagram-4-0016">
            <a:extLst xmlns:a="http://schemas.openxmlformats.org/drawingml/2006/main">
              <a:ext uri="{FF2B5EF4-FFF2-40B4-BE49-F238E27FC236}">
                <a16:creationId xmlns:a16="http://schemas.microsoft.com/office/drawing/2014/main" id="{7586E657-7334-41D9-AB19-32E5D1FE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23" name="diagram-4-0017">
            <a:extLst xmlns:a="http://schemas.openxmlformats.org/drawingml/2006/main">
              <a:ext uri="{FF2B5EF4-FFF2-40B4-BE49-F238E27FC236}">
                <a16:creationId xmlns:a16="http://schemas.microsoft.com/office/drawing/2014/main" id="{D9554E46-358D-451A-8740-0FABF923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45" y="3781425"/>
            <a:ext cx="1032510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layer3</a:t>
            </a:r>
          </a:p>
        </p:txBody>
      </p:sp>
      <p:sp>
        <p:nvSpPr>
          <p:cNvPr id="24" name="diagram-4-0018">
            <a:extLst xmlns:a="http://schemas.openxmlformats.org/drawingml/2006/main">
              <a:ext uri="{FF2B5EF4-FFF2-40B4-BE49-F238E27FC236}">
                <a16:creationId xmlns:a16="http://schemas.microsoft.com/office/drawing/2014/main" id="{A9C54B7D-6608-431D-87E5-5133C3E9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941" y="4194429"/>
            <a:ext cx="1941119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1024 × 14 × 14</a:t>
            </a:r>
          </a:p>
        </p:txBody>
      </p:sp>
      <p:sp>
        <p:nvSpPr>
          <p:cNvPr id="25" name="diagram-4-0019-segment-1">
            <a:extLst xmlns:a="http://schemas.openxmlformats.org/drawingml/2006/main">
              <a:ext uri="{FF2B5EF4-FFF2-40B4-BE49-F238E27FC236}">
                <a16:creationId xmlns:a16="http://schemas.microsoft.com/office/drawing/2014/main" id="{BC128DCB-7368-478B-BAD6-F84B21E6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95525"/>
            <a:ext cx="523875" cy="953"/>
          </a:xfrm>
          <a:custGeom xmlns:a="http://schemas.openxmlformats.org/drawingml/2006/main">
            <a:pathLst>
              <a:path w="523875" h="953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26" name="diagram-4-0019-arrowhead">
            <a:extLst xmlns:a="http://schemas.openxmlformats.org/drawingml/2006/main">
              <a:ext uri="{FF2B5EF4-FFF2-40B4-BE49-F238E27FC236}">
                <a16:creationId xmlns:a16="http://schemas.microsoft.com/office/drawing/2014/main" id="{D549BC4D-6C37-486A-BCCF-DA461C52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479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iagram-4-0020-segment-1">
            <a:extLst xmlns:a="http://schemas.openxmlformats.org/drawingml/2006/main">
              <a:ext uri="{FF2B5EF4-FFF2-40B4-BE49-F238E27FC236}">
                <a16:creationId xmlns:a16="http://schemas.microsoft.com/office/drawing/2014/main" id="{2136AC9B-1C1C-406F-892A-58579311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71950"/>
            <a:ext cx="523875" cy="953"/>
          </a:xfrm>
          <a:custGeom xmlns:a="http://schemas.openxmlformats.org/drawingml/2006/main">
            <a:pathLst>
              <a:path w="523875" h="953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28" name="diagram-4-0020-arrowhead">
            <a:extLst xmlns:a="http://schemas.openxmlformats.org/drawingml/2006/main">
              <a:ext uri="{FF2B5EF4-FFF2-40B4-BE49-F238E27FC236}">
                <a16:creationId xmlns:a16="http://schemas.microsoft.com/office/drawing/2014/main" id="{5E7FBC79-EB8E-4A24-9D44-B16315A6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1243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iagram-4-0021">
            <a:extLst xmlns:a="http://schemas.openxmlformats.org/drawingml/2006/main">
              <a:ext uri="{FF2B5EF4-FFF2-40B4-BE49-F238E27FC236}">
                <a16:creationId xmlns:a16="http://schemas.microsoft.com/office/drawing/2014/main" id="{72488446-8AC5-4200-BD48-88F91D8B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2667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30" name="diagram-4-0022">
            <a:extLst xmlns:a="http://schemas.openxmlformats.org/drawingml/2006/main">
              <a:ext uri="{FF2B5EF4-FFF2-40B4-BE49-F238E27FC236}">
                <a16:creationId xmlns:a16="http://schemas.microsoft.com/office/drawing/2014/main" id="{91E50582-9953-409B-944E-4BEDE11D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905000"/>
            <a:ext cx="1200150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局所集約</a:t>
            </a:r>
          </a:p>
        </p:txBody>
      </p:sp>
      <p:sp>
        <p:nvSpPr>
          <p:cNvPr id="31" name="diagram-4-0023">
            <a:extLst xmlns:a="http://schemas.openxmlformats.org/drawingml/2006/main">
              <a:ext uri="{FF2B5EF4-FFF2-40B4-BE49-F238E27FC236}">
                <a16:creationId xmlns:a16="http://schemas.microsoft.com/office/drawing/2014/main" id="{102C1955-94E4-49FC-83EC-F2B04116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962" y="2341626"/>
            <a:ext cx="2249576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3×3平均・位置数は維持</a:t>
            </a:r>
          </a:p>
        </p:txBody>
      </p:sp>
      <p:sp>
        <p:nvSpPr>
          <p:cNvPr id="32" name="diagram-4-0024">
            <a:extLst xmlns:a="http://schemas.openxmlformats.org/drawingml/2006/main">
              <a:ext uri="{FF2B5EF4-FFF2-40B4-BE49-F238E27FC236}">
                <a16:creationId xmlns:a16="http://schemas.microsoft.com/office/drawing/2014/main" id="{1FA79DE0-A6CF-43B7-8267-A1D0A8C1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667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33" name="diagram-4-0025">
            <a:extLst xmlns:a="http://schemas.openxmlformats.org/drawingml/2006/main">
              <a:ext uri="{FF2B5EF4-FFF2-40B4-BE49-F238E27FC236}">
                <a16:creationId xmlns:a16="http://schemas.microsoft.com/office/drawing/2014/main" id="{B852CC99-6DE6-4EFE-96D4-67B66D58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2043" y="3762375"/>
            <a:ext cx="2939415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局所集約 → 位置合わせ</a:t>
            </a:r>
          </a:p>
        </p:txBody>
      </p:sp>
      <p:sp>
        <p:nvSpPr>
          <p:cNvPr id="34" name="diagram-4-0026">
            <a:extLst xmlns:a="http://schemas.openxmlformats.org/drawingml/2006/main">
              <a:ext uri="{FF2B5EF4-FFF2-40B4-BE49-F238E27FC236}">
                <a16:creationId xmlns:a16="http://schemas.microsoft.com/office/drawing/2014/main" id="{9894D4FD-A772-4689-918E-A564D1A9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854" y="4218051"/>
            <a:ext cx="1683791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14×14 → 28×28</a:t>
            </a:r>
          </a:p>
        </p:txBody>
      </p:sp>
      <p:sp>
        <p:nvSpPr>
          <p:cNvPr id="35" name="diagram-4-0027-segment-1">
            <a:extLst xmlns:a="http://schemas.openxmlformats.org/drawingml/2006/main">
              <a:ext uri="{FF2B5EF4-FFF2-40B4-BE49-F238E27FC236}">
                <a16:creationId xmlns:a16="http://schemas.microsoft.com/office/drawing/2014/main" id="{B451F4DA-2783-4E30-8732-E9D6D358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95525"/>
            <a:ext cx="428625" cy="953"/>
          </a:xfrm>
          <a:custGeom xmlns:a="http://schemas.openxmlformats.org/drawingml/2006/main">
            <a:pathLst>
              <a:path w="428625" h="953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36" name="diagram-4-0027-segment-2">
            <a:extLst xmlns:a="http://schemas.openxmlformats.org/drawingml/2006/main">
              <a:ext uri="{FF2B5EF4-FFF2-40B4-BE49-F238E27FC236}">
                <a16:creationId xmlns:a16="http://schemas.microsoft.com/office/drawing/2014/main" id="{F656727F-B20F-4919-9676-7E74BAF3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2295525"/>
            <a:ext cx="953" cy="828675"/>
          </a:xfrm>
          <a:custGeom xmlns:a="http://schemas.openxmlformats.org/drawingml/2006/main">
            <a:pathLst>
              <a:path w="953" h="828675">
                <a:moveTo>
                  <a:pt x="0" y="0"/>
                </a:moveTo>
                <a:lnTo>
                  <a:pt x="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37" name="diagram-4-0027-segment-3">
            <a:extLst xmlns:a="http://schemas.openxmlformats.org/drawingml/2006/main">
              <a:ext uri="{FF2B5EF4-FFF2-40B4-BE49-F238E27FC236}">
                <a16:creationId xmlns:a16="http://schemas.microsoft.com/office/drawing/2014/main" id="{A7F67D51-D309-41E9-BBEE-625DFC56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3124200"/>
            <a:ext cx="428625" cy="953"/>
          </a:xfrm>
          <a:custGeom xmlns:a="http://schemas.openxmlformats.org/drawingml/2006/main">
            <a:pathLst>
              <a:path w="428625" h="953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38" name="diagram-4-0027-arrowhead">
            <a:extLst xmlns:a="http://schemas.openxmlformats.org/drawingml/2006/main">
              <a:ext uri="{FF2B5EF4-FFF2-40B4-BE49-F238E27FC236}">
                <a16:creationId xmlns:a16="http://schemas.microsoft.com/office/drawing/2014/main" id="{146AD4A2-9419-4533-B40B-BD4643F9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765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iagram-4-0028-segment-1">
            <a:extLst xmlns:a="http://schemas.openxmlformats.org/drawingml/2006/main">
              <a:ext uri="{FF2B5EF4-FFF2-40B4-BE49-F238E27FC236}">
                <a16:creationId xmlns:a16="http://schemas.microsoft.com/office/drawing/2014/main" id="{BB9A00AA-6039-4CD4-9249-AE3760AE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71950"/>
            <a:ext cx="428625" cy="953"/>
          </a:xfrm>
          <a:custGeom xmlns:a="http://schemas.openxmlformats.org/drawingml/2006/main">
            <a:pathLst>
              <a:path w="428625" h="953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0" name="diagram-4-0028-segment-2">
            <a:extLst xmlns:a="http://schemas.openxmlformats.org/drawingml/2006/main">
              <a:ext uri="{FF2B5EF4-FFF2-40B4-BE49-F238E27FC236}">
                <a16:creationId xmlns:a16="http://schemas.microsoft.com/office/drawing/2014/main" id="{5F546252-5C49-497B-AED3-EBA6BF61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3124200"/>
            <a:ext cx="953" cy="1047750"/>
          </a:xfrm>
          <a:custGeom xmlns:a="http://schemas.openxmlformats.org/drawingml/2006/main">
            <a:pathLst>
              <a:path w="953" h="1047750">
                <a:moveTo>
                  <a:pt x="0" y="1047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1" name="diagram-4-0029">
            <a:extLst xmlns:a="http://schemas.openxmlformats.org/drawingml/2006/main">
              <a:ext uri="{FF2B5EF4-FFF2-40B4-BE49-F238E27FC236}">
                <a16:creationId xmlns:a16="http://schemas.microsoft.com/office/drawing/2014/main" id="{6CBA0923-42EE-42F4-BBF5-51803C0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25527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23813">
            <a:solidFill>
              <a:srgbClr val="ED7D31"/>
            </a:solidFill>
            <a:prstDash val="solid"/>
          </a:ln>
        </p:spPr>
      </p:sp>
      <p:sp>
        <p:nvSpPr>
          <p:cNvPr id="42" name="diagram-4-0030">
            <a:extLst xmlns:a="http://schemas.openxmlformats.org/drawingml/2006/main">
              <a:ext uri="{FF2B5EF4-FFF2-40B4-BE49-F238E27FC236}">
                <a16:creationId xmlns:a16="http://schemas.microsoft.com/office/drawing/2014/main" id="{FB12B2D1-E0B0-49D9-98F5-8516568D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2519" y="2724150"/>
            <a:ext cx="1985963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同じ位置で結合</a:t>
            </a:r>
          </a:p>
        </p:txBody>
      </p:sp>
      <p:sp>
        <p:nvSpPr>
          <p:cNvPr id="43" name="diagram-4-0031">
            <a:extLst xmlns:a="http://schemas.openxmlformats.org/drawingml/2006/main">
              <a:ext uri="{FF2B5EF4-FFF2-40B4-BE49-F238E27FC236}">
                <a16:creationId xmlns:a16="http://schemas.microsoft.com/office/drawing/2014/main" id="{960DEC7D-8D5D-4E20-B720-11C0EEE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4941" y="3137154"/>
            <a:ext cx="1941119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1536 × 28 × 28</a:t>
            </a:r>
          </a:p>
        </p:txBody>
      </p:sp>
      <p:sp>
        <p:nvSpPr>
          <p:cNvPr id="44" name="diagram-4-0032-segment-1">
            <a:extLst xmlns:a="http://schemas.openxmlformats.org/drawingml/2006/main">
              <a:ext uri="{FF2B5EF4-FFF2-40B4-BE49-F238E27FC236}">
                <a16:creationId xmlns:a16="http://schemas.microsoft.com/office/drawing/2014/main" id="{87BFC6A4-9D03-4CCD-AB51-76979C1B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95700"/>
            <a:ext cx="953" cy="1400175"/>
          </a:xfrm>
          <a:custGeom xmlns:a="http://schemas.openxmlformats.org/drawingml/2006/main">
            <a:pathLst>
              <a:path w="953" h="1400175">
                <a:moveTo>
                  <a:pt x="0" y="0"/>
                </a:moveTo>
                <a:lnTo>
                  <a:pt x="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45" name="diagram-4-0032-segment-2">
            <a:extLst xmlns:a="http://schemas.openxmlformats.org/drawingml/2006/main">
              <a:ext uri="{FF2B5EF4-FFF2-40B4-BE49-F238E27FC236}">
                <a16:creationId xmlns:a16="http://schemas.microsoft.com/office/drawing/2014/main" id="{F3F057E6-38C5-4326-A449-5A5EB0EC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095875"/>
            <a:ext cx="2428875" cy="953"/>
          </a:xfrm>
          <a:custGeom xmlns:a="http://schemas.openxmlformats.org/drawingml/2006/main">
            <a:pathLst>
              <a:path w="2428875" h="953">
                <a:moveTo>
                  <a:pt x="24288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46" name="diagram-4-0032-arrowhead">
            <a:extLst xmlns:a="http://schemas.openxmlformats.org/drawingml/2006/main">
              <a:ext uri="{FF2B5EF4-FFF2-40B4-BE49-F238E27FC236}">
                <a16:creationId xmlns:a16="http://schemas.microsoft.com/office/drawing/2014/main" id="{C7439126-AB88-4069-980E-0AE337A1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048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0"/>
                </a:lnTo>
                <a:lnTo>
                  <a:pt x="114300" y="9525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iagram-4-0033">
            <a:extLst xmlns:a="http://schemas.openxmlformats.org/drawingml/2006/main">
              <a:ext uri="{FF2B5EF4-FFF2-40B4-BE49-F238E27FC236}">
                <a16:creationId xmlns:a16="http://schemas.microsoft.com/office/drawing/2014/main" id="{EBDB67C2-8337-4FB0-A644-7E27D8AF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4350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48" name="diagram-4-0034">
            <a:extLst xmlns:a="http://schemas.openxmlformats.org/drawingml/2006/main">
              <a:ext uri="{FF2B5EF4-FFF2-40B4-BE49-F238E27FC236}">
                <a16:creationId xmlns:a16="http://schemas.microsoft.com/office/drawing/2014/main" id="{D1C09ED1-1771-44B3-8B62-4E77226B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314950"/>
            <a:ext cx="2247900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次元調整（任意）</a:t>
            </a:r>
          </a:p>
        </p:txBody>
      </p:sp>
      <p:sp>
        <p:nvSpPr>
          <p:cNvPr id="49" name="diagram-4-0035">
            <a:extLst xmlns:a="http://schemas.openxmlformats.org/drawingml/2006/main">
              <a:ext uri="{FF2B5EF4-FFF2-40B4-BE49-F238E27FC236}">
                <a16:creationId xmlns:a16="http://schemas.microsoft.com/office/drawing/2014/main" id="{19290104-4C54-4783-BB54-F1FE2A78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570" y="5718429"/>
            <a:ext cx="2485111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この例：1536 → 1024</a:t>
            </a:r>
          </a:p>
        </p:txBody>
      </p:sp>
      <p:sp>
        <p:nvSpPr>
          <p:cNvPr id="50" name="diagram-4-0036-segment-1">
            <a:extLst xmlns:a="http://schemas.openxmlformats.org/drawingml/2006/main">
              <a:ext uri="{FF2B5EF4-FFF2-40B4-BE49-F238E27FC236}">
                <a16:creationId xmlns:a16="http://schemas.microsoft.com/office/drawing/2014/main" id="{52445229-3701-4C13-A45A-EC8C37BE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0"/>
            <a:ext cx="619125" cy="953"/>
          </a:xfrm>
          <a:custGeom xmlns:a="http://schemas.openxmlformats.org/drawingml/2006/main">
            <a:pathLst>
              <a:path w="619125" h="953">
                <a:moveTo>
                  <a:pt x="619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51" name="diagram-4-0036-arrowhead">
            <a:extLst xmlns:a="http://schemas.openxmlformats.org/drawingml/2006/main">
              <a:ext uri="{FF2B5EF4-FFF2-40B4-BE49-F238E27FC236}">
                <a16:creationId xmlns:a16="http://schemas.microsoft.com/office/drawing/2014/main" id="{7E075924-E110-4FB4-847F-A0F2E0CB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67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0"/>
                </a:lnTo>
                <a:lnTo>
                  <a:pt x="114300" y="9525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iagram-4-0037">
            <a:extLst xmlns:a="http://schemas.openxmlformats.org/drawingml/2006/main">
              <a:ext uri="{FF2B5EF4-FFF2-40B4-BE49-F238E27FC236}">
                <a16:creationId xmlns:a16="http://schemas.microsoft.com/office/drawing/2014/main" id="{5EA65000-6EDD-4D23-B86E-5223D9A8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43500"/>
            <a:ext cx="3810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23813">
            <a:solidFill>
              <a:srgbClr val="ED7D31"/>
            </a:solidFill>
            <a:prstDash val="solid"/>
          </a:ln>
        </p:spPr>
      </p:sp>
      <p:sp>
        <p:nvSpPr>
          <p:cNvPr id="53" name="diagram-4-0038">
            <a:extLst xmlns:a="http://schemas.openxmlformats.org/drawingml/2006/main">
              <a:ext uri="{FF2B5EF4-FFF2-40B4-BE49-F238E27FC236}">
                <a16:creationId xmlns:a16="http://schemas.microsoft.com/office/drawing/2014/main" id="{9C417095-ADCC-464E-9CE4-B0656AE7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863" y="5314950"/>
            <a:ext cx="1724025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パッチ特徴量</a:t>
            </a:r>
          </a:p>
        </p:txBody>
      </p:sp>
      <p:sp>
        <p:nvSpPr>
          <p:cNvPr id="54" name="diagram-4-0039">
            <a:extLst xmlns:a="http://schemas.openxmlformats.org/drawingml/2006/main">
              <a:ext uri="{FF2B5EF4-FFF2-40B4-BE49-F238E27FC236}">
                <a16:creationId xmlns:a16="http://schemas.microsoft.com/office/drawing/2014/main" id="{2B07BC40-6F98-4A16-BBE2-1F1904C6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851" y="5718429"/>
            <a:ext cx="3278048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784本 × 1024次元（この例）</a:t>
            </a:r>
          </a:p>
        </p:txBody>
      </p:sp>
      <p:sp>
        <p:nvSpPr>
          <p:cNvPr id="55" name="diagram-4-0040-segment-1">
            <a:extLst xmlns:a="http://schemas.openxmlformats.org/drawingml/2006/main">
              <a:ext uri="{FF2B5EF4-FFF2-40B4-BE49-F238E27FC236}">
                <a16:creationId xmlns:a16="http://schemas.microsoft.com/office/drawing/2014/main" id="{967CE3B2-7219-47B3-9B3F-77A95161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953"/>
          </a:xfrm>
          <a:custGeom xmlns:a="http://schemas.openxmlformats.org/drawingml/2006/main">
            <a:pathLst>
              <a:path w="13716000" h="953">
                <a:moveTo>
                  <a:pt x="0" y="0"/>
                </a:moveTo>
                <a:lnTo>
                  <a:pt x="1371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DDE4"/>
            </a:solidFill>
            <a:prstDash val="solid"/>
          </a:ln>
        </p:spPr>
      </p:sp>
      <p:sp>
        <p:nvSpPr>
          <p:cNvPr id="56" name="diagram-4-0041">
            <a:extLst xmlns:a="http://schemas.openxmlformats.org/drawingml/2006/main">
              <a:ext uri="{FF2B5EF4-FFF2-40B4-BE49-F238E27FC236}">
                <a16:creationId xmlns:a16="http://schemas.microsoft.com/office/drawing/2014/main" id="{11024DE5-FA11-490D-89D0-F2444772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48347"/>
            <a:ext cx="1842211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784本＝位置の数</a:t>
            </a:r>
          </a:p>
        </p:txBody>
      </p:sp>
      <p:sp>
        <p:nvSpPr>
          <p:cNvPr id="57" name="diagram-4-0042">
            <a:extLst xmlns:a="http://schemas.openxmlformats.org/drawingml/2006/main">
              <a:ext uri="{FF2B5EF4-FFF2-40B4-BE49-F238E27FC236}">
                <a16:creationId xmlns:a16="http://schemas.microsoft.com/office/drawing/2014/main" id="{8683DD7F-F403-413C-A7A0-D9F2A62A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348347"/>
            <a:ext cx="3408807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1024次元＝1本のベクトルの長さ</a:t>
            </a:r>
          </a:p>
        </p:txBody>
      </p:sp>
      <p:sp>
        <p:nvSpPr>
          <p:cNvPr id="58" name="diagram-4-0043">
            <a:extLst xmlns:a="http://schemas.openxmlformats.org/drawingml/2006/main">
              <a:ext uri="{FF2B5EF4-FFF2-40B4-BE49-F238E27FC236}">
                <a16:creationId xmlns:a16="http://schemas.microsoft.com/office/drawing/2014/main" id="{2A6ECB1D-EA27-494A-87D3-C4B365BD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7076"/>
            <a:ext cx="6391123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※ 図中の形状は1画像分。実際のテンソルには先頭にバッチ数 B が付く。</a:t>
            </a:r>
          </a:p>
        </p:txBody>
      </p:sp>
    </p:spTree>
    <p:extLst>
      <p:ext uri="{BB962C8B-B14F-4D97-AF65-F5344CB8AC3E}">
        <p14:creationId xmlns:p14="http://schemas.microsoft.com/office/powerpoint/2010/main" val="2134697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diagram-5-0001">
            <a:extLst xmlns:a="http://schemas.openxmlformats.org/drawingml/2006/main">
              <a:ext uri="{FF2B5EF4-FFF2-40B4-BE49-F238E27FC236}">
                <a16:creationId xmlns:a16="http://schemas.microsoft.com/office/drawing/2014/main" id="{4C914FBB-F023-4F2E-B890-E9676086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8125"/>
            <a:ext cx="152400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iagram-5-0002">
            <a:extLst xmlns:a="http://schemas.openxmlformats.org/drawingml/2006/main">
              <a:ext uri="{FF2B5EF4-FFF2-40B4-BE49-F238E27FC236}">
                <a16:creationId xmlns:a16="http://schemas.microsoft.com/office/drawing/2014/main" id="{85395D85-1157-4FE5-AEBD-01C1DB13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8848"/>
            <a:ext cx="8553679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局所集約：周りの情報を1か所の特徴に加える</a:t>
            </a:r>
          </a:p>
        </p:txBody>
      </p:sp>
      <p:sp>
        <p:nvSpPr>
          <p:cNvPr id="3" name="diagram-5-0003">
            <a:extLst xmlns:a="http://schemas.openxmlformats.org/drawingml/2006/main">
              <a:ext uri="{FF2B5EF4-FFF2-40B4-BE49-F238E27FC236}">
                <a16:creationId xmlns:a16="http://schemas.microsoft.com/office/drawing/2014/main" id="{C76B6695-05D3-40DE-A32E-82A0177B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8354"/>
            <a:ext cx="538025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中央の位置と周囲8位置を平均する例（3×3平均）</a:t>
            </a:r>
          </a:p>
        </p:txBody>
      </p:sp>
      <p:sp>
        <p:nvSpPr>
          <p:cNvPr id="4" name="diagram-5-0004">
            <a:extLst xmlns:a="http://schemas.openxmlformats.org/drawingml/2006/main">
              <a:ext uri="{FF2B5EF4-FFF2-40B4-BE49-F238E27FC236}">
                <a16:creationId xmlns:a16="http://schemas.microsoft.com/office/drawing/2014/main" id="{8D5B8EFD-381A-4374-983E-CEC068AE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984" y="2093214"/>
            <a:ext cx="2698433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処理前の特徴マップ</a:t>
            </a:r>
          </a:p>
        </p:txBody>
      </p:sp>
      <p:sp>
        <p:nvSpPr>
          <p:cNvPr id="5" name="diagram-5-0005">
            <a:extLst xmlns:a="http://schemas.openxmlformats.org/drawingml/2006/main">
              <a:ext uri="{FF2B5EF4-FFF2-40B4-BE49-F238E27FC236}">
                <a16:creationId xmlns:a16="http://schemas.microsoft.com/office/drawing/2014/main" id="{94C03B37-B9EB-41D5-AC53-1EA82AF9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409" y="2093214"/>
            <a:ext cx="2698433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処理後の特徴マップ</a:t>
            </a:r>
          </a:p>
        </p:txBody>
      </p:sp>
      <p:sp>
        <p:nvSpPr>
          <p:cNvPr id="6" name="diagram-5-0006-segment-1">
            <a:extLst xmlns:a="http://schemas.openxmlformats.org/drawingml/2006/main">
              <a:ext uri="{FF2B5EF4-FFF2-40B4-BE49-F238E27FC236}">
                <a16:creationId xmlns:a16="http://schemas.microsoft.com/office/drawing/2014/main" id="{CA104A61-8AA0-4C47-8DD2-9C137286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3095625" cy="953"/>
          </a:xfrm>
          <a:custGeom xmlns:a="http://schemas.openxmlformats.org/drawingml/2006/main">
            <a:pathLst>
              <a:path w="3095625" h="953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7" name="diagram-5-0006-segment-2">
            <a:extLst xmlns:a="http://schemas.openxmlformats.org/drawingml/2006/main">
              <a:ext uri="{FF2B5EF4-FFF2-40B4-BE49-F238E27FC236}">
                <a16:creationId xmlns:a16="http://schemas.microsoft.com/office/drawing/2014/main" id="{98756883-29BE-4FD7-A703-D5B07C45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953" cy="3095625"/>
          </a:xfrm>
          <a:custGeom xmlns:a="http://schemas.openxmlformats.org/drawingml/2006/main">
            <a:pathLst>
              <a:path w="953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8" name="diagram-5-0006-segment-3">
            <a:extLst xmlns:a="http://schemas.openxmlformats.org/drawingml/2006/main">
              <a:ext uri="{FF2B5EF4-FFF2-40B4-BE49-F238E27FC236}">
                <a16:creationId xmlns:a16="http://schemas.microsoft.com/office/drawing/2014/main" id="{5C366FD4-2438-480C-A6B5-E21CBFAB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10250"/>
            <a:ext cx="3095625" cy="953"/>
          </a:xfrm>
          <a:custGeom xmlns:a="http://schemas.openxmlformats.org/drawingml/2006/main">
            <a:pathLst>
              <a:path w="3095625" h="953">
                <a:moveTo>
                  <a:pt x="3095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9" name="diagram-5-0006-segment-4">
            <a:extLst xmlns:a="http://schemas.openxmlformats.org/drawingml/2006/main">
              <a:ext uri="{FF2B5EF4-FFF2-40B4-BE49-F238E27FC236}">
                <a16:creationId xmlns:a16="http://schemas.microsoft.com/office/drawing/2014/main" id="{2E71EAC7-410D-4A5B-92E5-DD634F41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953" cy="3095625"/>
          </a:xfrm>
          <a:custGeom xmlns:a="http://schemas.openxmlformats.org/drawingml/2006/main">
            <a:pathLst>
              <a:path w="953" h="3095625">
                <a:moveTo>
                  <a:pt x="0" y="3095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10" name="diagram-5-0006-segment-5">
            <a:extLst xmlns:a="http://schemas.openxmlformats.org/drawingml/2006/main">
              <a:ext uri="{FF2B5EF4-FFF2-40B4-BE49-F238E27FC236}">
                <a16:creationId xmlns:a16="http://schemas.microsoft.com/office/drawing/2014/main" id="{1E3C52A8-DE78-4C31-A9FA-71BC6C6B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953" cy="3095625"/>
          </a:xfrm>
          <a:custGeom xmlns:a="http://schemas.openxmlformats.org/drawingml/2006/main">
            <a:pathLst>
              <a:path w="953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11" name="diagram-5-0006-segment-6">
            <a:extLst xmlns:a="http://schemas.openxmlformats.org/drawingml/2006/main">
              <a:ext uri="{FF2B5EF4-FFF2-40B4-BE49-F238E27FC236}">
                <a16:creationId xmlns:a16="http://schemas.microsoft.com/office/drawing/2014/main" id="{0E3990AF-EF04-413F-9FA1-2557A90A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14625"/>
            <a:ext cx="953" cy="3095625"/>
          </a:xfrm>
          <a:custGeom xmlns:a="http://schemas.openxmlformats.org/drawingml/2006/main">
            <a:pathLst>
              <a:path w="953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12" name="diagram-5-0006-segment-7">
            <a:extLst xmlns:a="http://schemas.openxmlformats.org/drawingml/2006/main">
              <a:ext uri="{FF2B5EF4-FFF2-40B4-BE49-F238E27FC236}">
                <a16:creationId xmlns:a16="http://schemas.microsoft.com/office/drawing/2014/main" id="{638773C6-2D5D-48C2-9289-02B6531E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14625"/>
            <a:ext cx="953" cy="3095625"/>
          </a:xfrm>
          <a:custGeom xmlns:a="http://schemas.openxmlformats.org/drawingml/2006/main">
            <a:pathLst>
              <a:path w="953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13" name="diagram-5-0006-segment-8">
            <a:extLst xmlns:a="http://schemas.openxmlformats.org/drawingml/2006/main">
              <a:ext uri="{FF2B5EF4-FFF2-40B4-BE49-F238E27FC236}">
                <a16:creationId xmlns:a16="http://schemas.microsoft.com/office/drawing/2014/main" id="{25876CE6-07CC-4340-9542-4F7F2475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14625"/>
            <a:ext cx="953" cy="3095625"/>
          </a:xfrm>
          <a:custGeom xmlns:a="http://schemas.openxmlformats.org/drawingml/2006/main">
            <a:pathLst>
              <a:path w="953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14" name="diagram-5-0006-segment-9">
            <a:extLst xmlns:a="http://schemas.openxmlformats.org/drawingml/2006/main">
              <a:ext uri="{FF2B5EF4-FFF2-40B4-BE49-F238E27FC236}">
                <a16:creationId xmlns:a16="http://schemas.microsoft.com/office/drawing/2014/main" id="{D6CA003C-3E1E-4C2F-83D2-330773F5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3095625" cy="953"/>
          </a:xfrm>
          <a:custGeom xmlns:a="http://schemas.openxmlformats.org/drawingml/2006/main">
            <a:pathLst>
              <a:path w="3095625" h="953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15" name="diagram-5-0006-segment-10">
            <a:extLst xmlns:a="http://schemas.openxmlformats.org/drawingml/2006/main">
              <a:ext uri="{FF2B5EF4-FFF2-40B4-BE49-F238E27FC236}">
                <a16:creationId xmlns:a16="http://schemas.microsoft.com/office/drawing/2014/main" id="{040CED2F-60D4-4C51-AED3-D73113B4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52875"/>
            <a:ext cx="3095625" cy="953"/>
          </a:xfrm>
          <a:custGeom xmlns:a="http://schemas.openxmlformats.org/drawingml/2006/main">
            <a:pathLst>
              <a:path w="3095625" h="953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16" name="diagram-5-0006-segment-11">
            <a:extLst xmlns:a="http://schemas.openxmlformats.org/drawingml/2006/main">
              <a:ext uri="{FF2B5EF4-FFF2-40B4-BE49-F238E27FC236}">
                <a16:creationId xmlns:a16="http://schemas.microsoft.com/office/drawing/2014/main" id="{1507FDD4-7CB8-4E9A-B2AA-7452A9B9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0"/>
            <a:ext cx="3095625" cy="953"/>
          </a:xfrm>
          <a:custGeom xmlns:a="http://schemas.openxmlformats.org/drawingml/2006/main">
            <a:pathLst>
              <a:path w="3095625" h="953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17" name="diagram-5-0006-segment-12">
            <a:extLst xmlns:a="http://schemas.openxmlformats.org/drawingml/2006/main">
              <a:ext uri="{FF2B5EF4-FFF2-40B4-BE49-F238E27FC236}">
                <a16:creationId xmlns:a16="http://schemas.microsoft.com/office/drawing/2014/main" id="{3E427EC8-0320-4AE9-92E6-60A35248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91125"/>
            <a:ext cx="3095625" cy="953"/>
          </a:xfrm>
          <a:custGeom xmlns:a="http://schemas.openxmlformats.org/drawingml/2006/main">
            <a:pathLst>
              <a:path w="3095625" h="953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18" name="diagram-5-0007">
            <a:extLst xmlns:a="http://schemas.openxmlformats.org/drawingml/2006/main">
              <a:ext uri="{FF2B5EF4-FFF2-40B4-BE49-F238E27FC236}">
                <a16:creationId xmlns:a16="http://schemas.microsoft.com/office/drawing/2014/main" id="{18327781-A93D-4FE9-AB56-770D87F8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9" name="diagram-5-0008">
            <a:extLst xmlns:a="http://schemas.openxmlformats.org/drawingml/2006/main">
              <a:ext uri="{FF2B5EF4-FFF2-40B4-BE49-F238E27FC236}">
                <a16:creationId xmlns:a16="http://schemas.microsoft.com/office/drawing/2014/main" id="{D1ABFA15-64A0-42C2-903D-8C44C3C9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3375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0" name="diagram-5-0009">
            <a:extLst xmlns:a="http://schemas.openxmlformats.org/drawingml/2006/main">
              <a:ext uri="{FF2B5EF4-FFF2-40B4-BE49-F238E27FC236}">
                <a16:creationId xmlns:a16="http://schemas.microsoft.com/office/drawing/2014/main" id="{32DF1950-03BF-427F-8ECD-43021F67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1" name="diagram-5-0010">
            <a:extLst xmlns:a="http://schemas.openxmlformats.org/drawingml/2006/main">
              <a:ext uri="{FF2B5EF4-FFF2-40B4-BE49-F238E27FC236}">
                <a16:creationId xmlns:a16="http://schemas.microsoft.com/office/drawing/2014/main" id="{9D103876-51C5-4FF6-8C79-A4C0AD6A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528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2" name="diagram-5-0011">
            <a:extLst xmlns:a="http://schemas.openxmlformats.org/drawingml/2006/main">
              <a:ext uri="{FF2B5EF4-FFF2-40B4-BE49-F238E27FC236}">
                <a16:creationId xmlns:a16="http://schemas.microsoft.com/office/drawing/2014/main" id="{AA142458-7A1B-46EE-AF60-5FE426EC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528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3" name="diagram-5-0012">
            <a:extLst xmlns:a="http://schemas.openxmlformats.org/drawingml/2006/main">
              <a:ext uri="{FF2B5EF4-FFF2-40B4-BE49-F238E27FC236}">
                <a16:creationId xmlns:a16="http://schemas.microsoft.com/office/drawing/2014/main" id="{F335B051-8EB8-4DD3-9CAA-CA81516E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528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4" name="diagram-5-0013">
            <a:extLst xmlns:a="http://schemas.openxmlformats.org/drawingml/2006/main">
              <a:ext uri="{FF2B5EF4-FFF2-40B4-BE49-F238E27FC236}">
                <a16:creationId xmlns:a16="http://schemas.microsoft.com/office/drawing/2014/main" id="{1684E64A-A929-4DCE-A49E-CE0BABC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5" name="diagram-5-0014">
            <a:extLst xmlns:a="http://schemas.openxmlformats.org/drawingml/2006/main">
              <a:ext uri="{FF2B5EF4-FFF2-40B4-BE49-F238E27FC236}">
                <a16:creationId xmlns:a16="http://schemas.microsoft.com/office/drawing/2014/main" id="{BBE190C1-8739-41D2-8E14-CB970458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7200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6" name="diagram-5-0015">
            <a:extLst xmlns:a="http://schemas.openxmlformats.org/drawingml/2006/main">
              <a:ext uri="{FF2B5EF4-FFF2-40B4-BE49-F238E27FC236}">
                <a16:creationId xmlns:a16="http://schemas.microsoft.com/office/drawing/2014/main" id="{4AD40A3D-BA98-4A8E-A0AC-8346C9E7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7" name="diagram-5-0016">
            <a:extLst xmlns:a="http://schemas.openxmlformats.org/drawingml/2006/main">
              <a:ext uri="{FF2B5EF4-FFF2-40B4-BE49-F238E27FC236}">
                <a16:creationId xmlns:a16="http://schemas.microsoft.com/office/drawing/2014/main" id="{290AD1D6-D6FC-4B6D-8629-1BD95774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728" y="5985129"/>
            <a:ext cx="2226945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オレンジ：中心位置</a:t>
            </a:r>
          </a:p>
        </p:txBody>
      </p:sp>
      <p:sp>
        <p:nvSpPr>
          <p:cNvPr id="28" name="diagram-5-0017">
            <a:extLst xmlns:a="http://schemas.openxmlformats.org/drawingml/2006/main">
              <a:ext uri="{FF2B5EF4-FFF2-40B4-BE49-F238E27FC236}">
                <a16:creationId xmlns:a16="http://schemas.microsoft.com/office/drawing/2014/main" id="{CD2B4EF0-40B2-49B9-A391-358EA1B1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439" y="6308979"/>
            <a:ext cx="212552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薄い色：周囲8位置</a:t>
            </a:r>
          </a:p>
        </p:txBody>
      </p:sp>
      <p:sp>
        <p:nvSpPr>
          <p:cNvPr id="29" name="diagram-5-0018-segment-1">
            <a:extLst xmlns:a="http://schemas.openxmlformats.org/drawingml/2006/main">
              <a:ext uri="{FF2B5EF4-FFF2-40B4-BE49-F238E27FC236}">
                <a16:creationId xmlns:a16="http://schemas.microsoft.com/office/drawing/2014/main" id="{97A24E68-EF19-4CB6-99BE-09C21C4B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1095375" cy="953"/>
          </a:xfrm>
          <a:custGeom xmlns:a="http://schemas.openxmlformats.org/drawingml/2006/main">
            <a:pathLst>
              <a:path w="1095375" h="953">
                <a:moveTo>
                  <a:pt x="0" y="0"/>
                </a:moveTo>
                <a:lnTo>
                  <a:pt x="1095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30" name="diagram-5-0018-arrowhead">
            <a:extLst xmlns:a="http://schemas.openxmlformats.org/drawingml/2006/main">
              <a:ext uri="{FF2B5EF4-FFF2-40B4-BE49-F238E27FC236}">
                <a16:creationId xmlns:a16="http://schemas.microsoft.com/office/drawing/2014/main" id="{AB4D3B48-003A-4DF6-BC9F-106EACC7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195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iagram-5-0019">
            <a:extLst xmlns:a="http://schemas.openxmlformats.org/drawingml/2006/main">
              <a:ext uri="{FF2B5EF4-FFF2-40B4-BE49-F238E27FC236}">
                <a16:creationId xmlns:a16="http://schemas.microsoft.com/office/drawing/2014/main" id="{8ED3390E-14B4-4B89-8CBE-A73FA5DF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38100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32" name="diagram-5-0020">
            <a:extLst xmlns:a="http://schemas.openxmlformats.org/drawingml/2006/main">
              <a:ext uri="{FF2B5EF4-FFF2-40B4-BE49-F238E27FC236}">
                <a16:creationId xmlns:a16="http://schemas.microsoft.com/office/drawing/2014/main" id="{214FA19B-50D3-49D7-9752-9595275E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332" y="3693414"/>
            <a:ext cx="1691335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3×3 の平均</a:t>
            </a:r>
          </a:p>
        </p:txBody>
      </p:sp>
      <p:sp>
        <p:nvSpPr>
          <p:cNvPr id="33" name="diagram-5-0021">
            <a:extLst xmlns:a="http://schemas.openxmlformats.org/drawingml/2006/main">
              <a:ext uri="{FF2B5EF4-FFF2-40B4-BE49-F238E27FC236}">
                <a16:creationId xmlns:a16="http://schemas.microsoft.com/office/drawing/2014/main" id="{5229261D-81ED-42AF-8226-D2B023D5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239" y="4165854"/>
            <a:ext cx="212552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9位置の特徴を平均</a:t>
            </a:r>
          </a:p>
        </p:txBody>
      </p:sp>
      <p:sp>
        <p:nvSpPr>
          <p:cNvPr id="34" name="diagram-5-0022">
            <a:extLst xmlns:a="http://schemas.openxmlformats.org/drawingml/2006/main">
              <a:ext uri="{FF2B5EF4-FFF2-40B4-BE49-F238E27FC236}">
                <a16:creationId xmlns:a16="http://schemas.microsoft.com/office/drawing/2014/main" id="{9E39649C-7797-4070-B723-89701D52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829" y="4569333"/>
            <a:ext cx="2740343" cy="298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各位置で同じ処理を繰り返す</a:t>
            </a:r>
          </a:p>
        </p:txBody>
      </p:sp>
      <p:sp>
        <p:nvSpPr>
          <p:cNvPr id="35" name="diagram-5-0023-segment-1">
            <a:extLst xmlns:a="http://schemas.openxmlformats.org/drawingml/2006/main">
              <a:ext uri="{FF2B5EF4-FFF2-40B4-BE49-F238E27FC236}">
                <a16:creationId xmlns:a16="http://schemas.microsoft.com/office/drawing/2014/main" id="{FF14328A-B111-4EA4-8F27-DEEC882F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267200"/>
            <a:ext cx="904875" cy="953"/>
          </a:xfrm>
          <a:custGeom xmlns:a="http://schemas.openxmlformats.org/drawingml/2006/main">
            <a:pathLst>
              <a:path w="904875" h="953">
                <a:moveTo>
                  <a:pt x="0" y="0"/>
                </a:moveTo>
                <a:lnTo>
                  <a:pt x="90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36" name="diagram-5-0023-arrowhead">
            <a:extLst xmlns:a="http://schemas.openxmlformats.org/drawingml/2006/main">
              <a:ext uri="{FF2B5EF4-FFF2-40B4-BE49-F238E27FC236}">
                <a16:creationId xmlns:a16="http://schemas.microsoft.com/office/drawing/2014/main" id="{2081DBE1-F75C-4488-8979-EA4AD9E7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195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iagram-5-0024-segment-1">
            <a:extLst xmlns:a="http://schemas.openxmlformats.org/drawingml/2006/main">
              <a:ext uri="{FF2B5EF4-FFF2-40B4-BE49-F238E27FC236}">
                <a16:creationId xmlns:a16="http://schemas.microsoft.com/office/drawing/2014/main" id="{62DE06A1-8542-44D6-9CBC-22F3AF74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14625"/>
            <a:ext cx="3095625" cy="953"/>
          </a:xfrm>
          <a:custGeom xmlns:a="http://schemas.openxmlformats.org/drawingml/2006/main">
            <a:pathLst>
              <a:path w="3095625" h="953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38" name="diagram-5-0024-segment-2">
            <a:extLst xmlns:a="http://schemas.openxmlformats.org/drawingml/2006/main">
              <a:ext uri="{FF2B5EF4-FFF2-40B4-BE49-F238E27FC236}">
                <a16:creationId xmlns:a16="http://schemas.microsoft.com/office/drawing/2014/main" id="{11F14249-B95A-43EE-8D26-BB449BAF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714625"/>
            <a:ext cx="953" cy="3095625"/>
          </a:xfrm>
          <a:custGeom xmlns:a="http://schemas.openxmlformats.org/drawingml/2006/main">
            <a:pathLst>
              <a:path w="953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39" name="diagram-5-0024-segment-3">
            <a:extLst xmlns:a="http://schemas.openxmlformats.org/drawingml/2006/main">
              <a:ext uri="{FF2B5EF4-FFF2-40B4-BE49-F238E27FC236}">
                <a16:creationId xmlns:a16="http://schemas.microsoft.com/office/drawing/2014/main" id="{923587D3-04AC-4286-B7DC-89FAF9E4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10250"/>
            <a:ext cx="3095625" cy="953"/>
          </a:xfrm>
          <a:custGeom xmlns:a="http://schemas.openxmlformats.org/drawingml/2006/main">
            <a:pathLst>
              <a:path w="3095625" h="953">
                <a:moveTo>
                  <a:pt x="3095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40" name="diagram-5-0024-segment-4">
            <a:extLst xmlns:a="http://schemas.openxmlformats.org/drawingml/2006/main">
              <a:ext uri="{FF2B5EF4-FFF2-40B4-BE49-F238E27FC236}">
                <a16:creationId xmlns:a16="http://schemas.microsoft.com/office/drawing/2014/main" id="{F6FBCD6F-04C0-418A-BE4D-92A6B9EF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14625"/>
            <a:ext cx="953" cy="3095625"/>
          </a:xfrm>
          <a:custGeom xmlns:a="http://schemas.openxmlformats.org/drawingml/2006/main">
            <a:pathLst>
              <a:path w="953" h="3095625">
                <a:moveTo>
                  <a:pt x="0" y="3095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41" name="diagram-5-0024-segment-5">
            <a:extLst xmlns:a="http://schemas.openxmlformats.org/drawingml/2006/main">
              <a:ext uri="{FF2B5EF4-FFF2-40B4-BE49-F238E27FC236}">
                <a16:creationId xmlns:a16="http://schemas.microsoft.com/office/drawing/2014/main" id="{B1267673-6111-44E4-BAD1-405DE0CD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14625"/>
            <a:ext cx="953" cy="3095625"/>
          </a:xfrm>
          <a:custGeom xmlns:a="http://schemas.openxmlformats.org/drawingml/2006/main">
            <a:pathLst>
              <a:path w="953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42" name="diagram-5-0024-segment-6">
            <a:extLst xmlns:a="http://schemas.openxmlformats.org/drawingml/2006/main">
              <a:ext uri="{FF2B5EF4-FFF2-40B4-BE49-F238E27FC236}">
                <a16:creationId xmlns:a16="http://schemas.microsoft.com/office/drawing/2014/main" id="{64F99A83-E1CC-4BDD-8B48-660D22EB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2714625"/>
            <a:ext cx="953" cy="3095625"/>
          </a:xfrm>
          <a:custGeom xmlns:a="http://schemas.openxmlformats.org/drawingml/2006/main">
            <a:pathLst>
              <a:path w="953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43" name="diagram-5-0024-segment-7">
            <a:extLst xmlns:a="http://schemas.openxmlformats.org/drawingml/2006/main">
              <a:ext uri="{FF2B5EF4-FFF2-40B4-BE49-F238E27FC236}">
                <a16:creationId xmlns:a16="http://schemas.microsoft.com/office/drawing/2014/main" id="{16C44B8B-B7ED-47AF-B3C3-2C3DA80A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714625"/>
            <a:ext cx="953" cy="3095625"/>
          </a:xfrm>
          <a:custGeom xmlns:a="http://schemas.openxmlformats.org/drawingml/2006/main">
            <a:pathLst>
              <a:path w="953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44" name="diagram-5-0024-segment-8">
            <a:extLst xmlns:a="http://schemas.openxmlformats.org/drawingml/2006/main">
              <a:ext uri="{FF2B5EF4-FFF2-40B4-BE49-F238E27FC236}">
                <a16:creationId xmlns:a16="http://schemas.microsoft.com/office/drawing/2014/main" id="{D1E87E9A-6974-4478-8DB4-4037D344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2714625"/>
            <a:ext cx="953" cy="3095625"/>
          </a:xfrm>
          <a:custGeom xmlns:a="http://schemas.openxmlformats.org/drawingml/2006/main">
            <a:pathLst>
              <a:path w="953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45" name="diagram-5-0024-segment-9">
            <a:extLst xmlns:a="http://schemas.openxmlformats.org/drawingml/2006/main">
              <a:ext uri="{FF2B5EF4-FFF2-40B4-BE49-F238E27FC236}">
                <a16:creationId xmlns:a16="http://schemas.microsoft.com/office/drawing/2014/main" id="{B452CFB8-54DC-48AA-802E-DB0C4093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33750"/>
            <a:ext cx="3095625" cy="953"/>
          </a:xfrm>
          <a:custGeom xmlns:a="http://schemas.openxmlformats.org/drawingml/2006/main">
            <a:pathLst>
              <a:path w="3095625" h="953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46" name="diagram-5-0024-segment-10">
            <a:extLst xmlns:a="http://schemas.openxmlformats.org/drawingml/2006/main">
              <a:ext uri="{FF2B5EF4-FFF2-40B4-BE49-F238E27FC236}">
                <a16:creationId xmlns:a16="http://schemas.microsoft.com/office/drawing/2014/main" id="{56FFA64D-DE49-4259-8B3D-0D361D76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52875"/>
            <a:ext cx="3095625" cy="953"/>
          </a:xfrm>
          <a:custGeom xmlns:a="http://schemas.openxmlformats.org/drawingml/2006/main">
            <a:pathLst>
              <a:path w="3095625" h="953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47" name="diagram-5-0024-segment-11">
            <a:extLst xmlns:a="http://schemas.openxmlformats.org/drawingml/2006/main">
              <a:ext uri="{FF2B5EF4-FFF2-40B4-BE49-F238E27FC236}">
                <a16:creationId xmlns:a16="http://schemas.microsoft.com/office/drawing/2014/main" id="{B5508F2F-C7E6-40E9-8CF1-47E3E77D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72000"/>
            <a:ext cx="3095625" cy="953"/>
          </a:xfrm>
          <a:custGeom xmlns:a="http://schemas.openxmlformats.org/drawingml/2006/main">
            <a:pathLst>
              <a:path w="3095625" h="953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48" name="diagram-5-0024-segment-12">
            <a:extLst xmlns:a="http://schemas.openxmlformats.org/drawingml/2006/main">
              <a:ext uri="{FF2B5EF4-FFF2-40B4-BE49-F238E27FC236}">
                <a16:creationId xmlns:a16="http://schemas.microsoft.com/office/drawing/2014/main" id="{BA16923E-3519-42A1-A7B2-80273316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91125"/>
            <a:ext cx="3095625" cy="953"/>
          </a:xfrm>
          <a:custGeom xmlns:a="http://schemas.openxmlformats.org/drawingml/2006/main">
            <a:pathLst>
              <a:path w="3095625" h="953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233"/>
            </a:solidFill>
            <a:prstDash val="solid"/>
          </a:ln>
        </p:spPr>
      </p:sp>
      <p:sp>
        <p:nvSpPr>
          <p:cNvPr id="49" name="diagram-5-0025">
            <a:extLst xmlns:a="http://schemas.openxmlformats.org/drawingml/2006/main">
              <a:ext uri="{FF2B5EF4-FFF2-40B4-BE49-F238E27FC236}">
                <a16:creationId xmlns:a16="http://schemas.microsoft.com/office/drawing/2014/main" id="{9F1DB062-5BC8-467B-9548-B51C92A5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39528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0" name="diagram-5-0026">
            <a:extLst xmlns:a="http://schemas.openxmlformats.org/drawingml/2006/main">
              <a:ext uri="{FF2B5EF4-FFF2-40B4-BE49-F238E27FC236}">
                <a16:creationId xmlns:a16="http://schemas.microsoft.com/office/drawing/2014/main" id="{5A8929F7-4D77-420C-A653-89B29245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970" y="5985129"/>
            <a:ext cx="291846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中央の値に周辺情報が入る</a:t>
            </a:r>
          </a:p>
        </p:txBody>
      </p:sp>
      <p:sp>
        <p:nvSpPr>
          <p:cNvPr id="51" name="diagram-5-0027">
            <a:extLst xmlns:a="http://schemas.openxmlformats.org/drawingml/2006/main">
              <a:ext uri="{FF2B5EF4-FFF2-40B4-BE49-F238E27FC236}">
                <a16:creationId xmlns:a16="http://schemas.microsoft.com/office/drawing/2014/main" id="{8FD84F83-7539-4DD7-86A8-A4D44322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223" y="6308979"/>
            <a:ext cx="2687955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ほかの位置も同様に更新</a:t>
            </a:r>
          </a:p>
        </p:txBody>
      </p:sp>
      <p:sp>
        <p:nvSpPr>
          <p:cNvPr id="52" name="diagram-5-0028-segment-1">
            <a:extLst xmlns:a="http://schemas.openxmlformats.org/drawingml/2006/main">
              <a:ext uri="{FF2B5EF4-FFF2-40B4-BE49-F238E27FC236}">
                <a16:creationId xmlns:a16="http://schemas.microsoft.com/office/drawing/2014/main" id="{47E4D5FA-E844-4FE2-ADFA-DE0F1B55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953"/>
          </a:xfrm>
          <a:custGeom xmlns:a="http://schemas.openxmlformats.org/drawingml/2006/main">
            <a:pathLst>
              <a:path w="13716000" h="953">
                <a:moveTo>
                  <a:pt x="0" y="0"/>
                </a:moveTo>
                <a:lnTo>
                  <a:pt x="1371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DDE4"/>
            </a:solidFill>
            <a:prstDash val="solid"/>
          </a:ln>
        </p:spPr>
      </p:sp>
      <p:sp>
        <p:nvSpPr>
          <p:cNvPr id="53" name="diagram-5-0029">
            <a:extLst xmlns:a="http://schemas.openxmlformats.org/drawingml/2006/main">
              <a:ext uri="{FF2B5EF4-FFF2-40B4-BE49-F238E27FC236}">
                <a16:creationId xmlns:a16="http://schemas.microsoft.com/office/drawing/2014/main" id="{6D220E30-0F57-4861-AA6D-300B7218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139" y="7210425"/>
            <a:ext cx="7685722" cy="392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変わる：各位置の特徴　　変わらない：位置数（28×28 = 784本）</a:t>
            </a:r>
          </a:p>
        </p:txBody>
      </p:sp>
      <p:sp>
        <p:nvSpPr>
          <p:cNvPr id="54" name="diagram-5-0030">
            <a:extLst xmlns:a="http://schemas.openxmlformats.org/drawingml/2006/main">
              <a:ext uri="{FF2B5EF4-FFF2-40B4-BE49-F238E27FC236}">
                <a16:creationId xmlns:a16="http://schemas.microsoft.com/office/drawing/2014/main" id="{9EA3FDC0-F1B5-429A-9379-2DC69F4E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173" y="7703058"/>
            <a:ext cx="5463654" cy="298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※ 5×5のグリッドは説明用。実際の特徴マップは28×28。</a:t>
            </a:r>
          </a:p>
        </p:txBody>
      </p:sp>
    </p:spTree>
    <p:extLst>
      <p:ext uri="{BB962C8B-B14F-4D97-AF65-F5344CB8AC3E}">
        <p14:creationId xmlns:p14="http://schemas.microsoft.com/office/powerpoint/2010/main" val="17160775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diagram-6-0001">
            <a:extLst xmlns:a="http://schemas.openxmlformats.org/drawingml/2006/main">
              <a:ext uri="{FF2B5EF4-FFF2-40B4-BE49-F238E27FC236}">
                <a16:creationId xmlns:a16="http://schemas.microsoft.com/office/drawing/2014/main" id="{4197FF74-55ED-49A6-8667-2648ECD2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8125"/>
            <a:ext cx="152400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iagram-6-0002">
            <a:extLst xmlns:a="http://schemas.openxmlformats.org/drawingml/2006/main">
              <a:ext uri="{FF2B5EF4-FFF2-40B4-BE49-F238E27FC236}">
                <a16:creationId xmlns:a16="http://schemas.microsoft.com/office/drawing/2014/main" id="{DF605529-780F-4F70-871B-F37A7315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323"/>
            <a:ext cx="7474915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Coresetは「まれな正常」も残しやすい</a:t>
            </a:r>
          </a:p>
        </p:txBody>
      </p:sp>
      <p:sp>
        <p:nvSpPr>
          <p:cNvPr id="3" name="diagram-6-0003">
            <a:extLst xmlns:a="http://schemas.openxmlformats.org/drawingml/2006/main">
              <a:ext uri="{FF2B5EF4-FFF2-40B4-BE49-F238E27FC236}">
                <a16:creationId xmlns:a16="http://schemas.microsoft.com/office/drawing/2014/main" id="{093F3805-607F-4004-BF7E-EB67323F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9972"/>
            <a:ext cx="4332923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特徴空間から少数の代表を選ぶときの違い</a:t>
            </a:r>
          </a:p>
        </p:txBody>
      </p:sp>
      <p:sp>
        <p:nvSpPr>
          <p:cNvPr id="4" name="diagram-6-0004">
            <a:extLst xmlns:a="http://schemas.openxmlformats.org/drawingml/2006/main">
              <a:ext uri="{FF2B5EF4-FFF2-40B4-BE49-F238E27FC236}">
                <a16:creationId xmlns:a16="http://schemas.microsoft.com/office/drawing/2014/main" id="{A886B958-10D3-4F20-AE7A-E642317A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" y="2026539"/>
            <a:ext cx="2415540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元のメモリバンク</a:t>
            </a:r>
          </a:p>
        </p:txBody>
      </p:sp>
      <p:sp>
        <p:nvSpPr>
          <p:cNvPr id="5" name="diagram-6-0005">
            <a:extLst xmlns:a="http://schemas.openxmlformats.org/drawingml/2006/main">
              <a:ext uri="{FF2B5EF4-FFF2-40B4-BE49-F238E27FC236}">
                <a16:creationId xmlns:a16="http://schemas.microsoft.com/office/drawing/2014/main" id="{06276035-53E5-429E-9E9C-E2E8FA48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123" y="2026539"/>
            <a:ext cx="1849755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ランダム抽出</a:t>
            </a:r>
          </a:p>
        </p:txBody>
      </p:sp>
      <p:sp>
        <p:nvSpPr>
          <p:cNvPr id="6" name="diagram-6-0006">
            <a:extLst xmlns:a="http://schemas.openxmlformats.org/drawingml/2006/main">
              <a:ext uri="{FF2B5EF4-FFF2-40B4-BE49-F238E27FC236}">
                <a16:creationId xmlns:a16="http://schemas.microsoft.com/office/drawing/2014/main" id="{FF9976CA-2522-4747-B674-CA48D528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1813" y="2026539"/>
            <a:ext cx="1827124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Coreset抽出</a:t>
            </a:r>
          </a:p>
        </p:txBody>
      </p:sp>
      <p:sp>
        <p:nvSpPr>
          <p:cNvPr id="7" name="diagram-6-0007">
            <a:extLst xmlns:a="http://schemas.openxmlformats.org/drawingml/2006/main">
              <a:ext uri="{FF2B5EF4-FFF2-40B4-BE49-F238E27FC236}">
                <a16:creationId xmlns:a16="http://schemas.microsoft.com/office/drawing/2014/main" id="{832CBB77-C22A-48C4-8BA0-A59D6325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4191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8" name="diagram-6-0008">
            <a:extLst xmlns:a="http://schemas.openxmlformats.org/drawingml/2006/main">
              <a:ext uri="{FF2B5EF4-FFF2-40B4-BE49-F238E27FC236}">
                <a16:creationId xmlns:a16="http://schemas.microsoft.com/office/drawing/2014/main" id="{25A34F88-BDF8-4F62-A222-170D4696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19375"/>
            <a:ext cx="4191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9" name="diagram-6-0009">
            <a:extLst xmlns:a="http://schemas.openxmlformats.org/drawingml/2006/main">
              <a:ext uri="{FF2B5EF4-FFF2-40B4-BE49-F238E27FC236}">
                <a16:creationId xmlns:a16="http://schemas.microsoft.com/office/drawing/2014/main" id="{A2582588-C483-460D-B4F8-E371D059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619375"/>
            <a:ext cx="4191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0" name="diagram-6-0010-segment-1">
            <a:extLst xmlns:a="http://schemas.openxmlformats.org/drawingml/2006/main">
              <a:ext uri="{FF2B5EF4-FFF2-40B4-BE49-F238E27FC236}">
                <a16:creationId xmlns:a16="http://schemas.microsoft.com/office/drawing/2014/main" id="{6E812FC2-64C2-451B-98AB-D84D0725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38625"/>
            <a:ext cx="466725" cy="953"/>
          </a:xfrm>
          <a:custGeom xmlns:a="http://schemas.openxmlformats.org/drawingml/2006/main">
            <a:pathLst>
              <a:path w="466725" h="953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1" name="diagram-6-0010-arrowhead">
            <a:extLst xmlns:a="http://schemas.openxmlformats.org/drawingml/2006/main">
              <a:ext uri="{FF2B5EF4-FFF2-40B4-BE49-F238E27FC236}">
                <a16:creationId xmlns:a16="http://schemas.microsoft.com/office/drawing/2014/main" id="{F0F900F2-94EE-483D-9EE0-F77C01FE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191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6-0011-segment-1">
            <a:extLst xmlns:a="http://schemas.openxmlformats.org/drawingml/2006/main">
              <a:ext uri="{FF2B5EF4-FFF2-40B4-BE49-F238E27FC236}">
                <a16:creationId xmlns:a16="http://schemas.microsoft.com/office/drawing/2014/main" id="{038EE616-C576-44DE-B32D-805718AA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238625"/>
            <a:ext cx="466725" cy="953"/>
          </a:xfrm>
          <a:custGeom xmlns:a="http://schemas.openxmlformats.org/drawingml/2006/main">
            <a:pathLst>
              <a:path w="466725" h="953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3" name="diagram-6-0011-arrowhead">
            <a:extLst xmlns:a="http://schemas.openxmlformats.org/drawingml/2006/main">
              <a:ext uri="{FF2B5EF4-FFF2-40B4-BE49-F238E27FC236}">
                <a16:creationId xmlns:a16="http://schemas.microsoft.com/office/drawing/2014/main" id="{084E4DEA-3321-41F2-8998-2BDBEBD6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91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iagram-6-0012">
            <a:extLst xmlns:a="http://schemas.openxmlformats.org/drawingml/2006/main">
              <a:ext uri="{FF2B5EF4-FFF2-40B4-BE49-F238E27FC236}">
                <a16:creationId xmlns:a16="http://schemas.microsoft.com/office/drawing/2014/main" id="{4FF82CEE-D311-4C36-9E64-7ABCBA64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52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5" name="diagram-6-0013">
            <a:extLst xmlns:a="http://schemas.openxmlformats.org/drawingml/2006/main">
              <a:ext uri="{FF2B5EF4-FFF2-40B4-BE49-F238E27FC236}">
                <a16:creationId xmlns:a16="http://schemas.microsoft.com/office/drawing/2014/main" id="{2475040F-56FD-4991-B780-32F4FE07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00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6" name="diagram-6-0014">
            <a:extLst xmlns:a="http://schemas.openxmlformats.org/drawingml/2006/main">
              <a:ext uri="{FF2B5EF4-FFF2-40B4-BE49-F238E27FC236}">
                <a16:creationId xmlns:a16="http://schemas.microsoft.com/office/drawing/2014/main" id="{018FD8CE-4576-4E8A-86A7-70BF31D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7" name="diagram-6-0015">
            <a:extLst xmlns:a="http://schemas.openxmlformats.org/drawingml/2006/main">
              <a:ext uri="{FF2B5EF4-FFF2-40B4-BE49-F238E27FC236}">
                <a16:creationId xmlns:a16="http://schemas.microsoft.com/office/drawing/2014/main" id="{0EC28591-C727-4326-9538-5E00E634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52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8" name="diagram-6-0016">
            <a:extLst xmlns:a="http://schemas.openxmlformats.org/drawingml/2006/main">
              <a:ext uri="{FF2B5EF4-FFF2-40B4-BE49-F238E27FC236}">
                <a16:creationId xmlns:a16="http://schemas.microsoft.com/office/drawing/2014/main" id="{975B6BD8-07D9-435E-A42E-ECF5EB83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00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9" name="diagram-6-0017">
            <a:extLst xmlns:a="http://schemas.openxmlformats.org/drawingml/2006/main">
              <a:ext uri="{FF2B5EF4-FFF2-40B4-BE49-F238E27FC236}">
                <a16:creationId xmlns:a16="http://schemas.microsoft.com/office/drawing/2014/main" id="{3FB833FA-668E-42CE-A8FD-CD4F226A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0" name="diagram-6-0018">
            <a:extLst xmlns:a="http://schemas.openxmlformats.org/drawingml/2006/main">
              <a:ext uri="{FF2B5EF4-FFF2-40B4-BE49-F238E27FC236}">
                <a16:creationId xmlns:a16="http://schemas.microsoft.com/office/drawing/2014/main" id="{B92109A6-8A40-4603-98F8-25DDD755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52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1" name="diagram-6-0019">
            <a:extLst xmlns:a="http://schemas.openxmlformats.org/drawingml/2006/main">
              <a:ext uri="{FF2B5EF4-FFF2-40B4-BE49-F238E27FC236}">
                <a16:creationId xmlns:a16="http://schemas.microsoft.com/office/drawing/2014/main" id="{F578BDFB-F809-42A6-BAD1-C80BDE32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00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2" name="diagram-6-0020">
            <a:extLst xmlns:a="http://schemas.openxmlformats.org/drawingml/2006/main">
              <a:ext uri="{FF2B5EF4-FFF2-40B4-BE49-F238E27FC236}">
                <a16:creationId xmlns:a16="http://schemas.microsoft.com/office/drawing/2014/main" id="{FE1B3ABD-3CDB-42D8-BB1A-CE34F055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52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3" name="diagram-6-0021">
            <a:extLst xmlns:a="http://schemas.openxmlformats.org/drawingml/2006/main">
              <a:ext uri="{FF2B5EF4-FFF2-40B4-BE49-F238E27FC236}">
                <a16:creationId xmlns:a16="http://schemas.microsoft.com/office/drawing/2014/main" id="{2EE603EA-2B82-4FA0-9350-5E4B16FF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4" name="diagram-6-0022">
            <a:extLst xmlns:a="http://schemas.openxmlformats.org/drawingml/2006/main">
              <a:ext uri="{FF2B5EF4-FFF2-40B4-BE49-F238E27FC236}">
                <a16:creationId xmlns:a16="http://schemas.microsoft.com/office/drawing/2014/main" id="{90BF48F8-2B21-40AC-8F4E-B88D9CC3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48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5" name="diagram-6-0023">
            <a:extLst xmlns:a="http://schemas.openxmlformats.org/drawingml/2006/main">
              <a:ext uri="{FF2B5EF4-FFF2-40B4-BE49-F238E27FC236}">
                <a16:creationId xmlns:a16="http://schemas.microsoft.com/office/drawing/2014/main" id="{88A64C03-ABC4-42E2-BF30-5962E60A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52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6" name="diagram-6-0024">
            <a:extLst xmlns:a="http://schemas.openxmlformats.org/drawingml/2006/main">
              <a:ext uri="{FF2B5EF4-FFF2-40B4-BE49-F238E27FC236}">
                <a16:creationId xmlns:a16="http://schemas.microsoft.com/office/drawing/2014/main" id="{2DF96BAE-049D-4C76-8EBF-D69E7932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7" name="diagram-6-0025">
            <a:extLst xmlns:a="http://schemas.openxmlformats.org/drawingml/2006/main">
              <a:ext uri="{FF2B5EF4-FFF2-40B4-BE49-F238E27FC236}">
                <a16:creationId xmlns:a16="http://schemas.microsoft.com/office/drawing/2014/main" id="{A5B0FD5F-0A01-4B6A-B4C7-8F5CA2E6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48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8" name="diagram-6-0026">
            <a:extLst xmlns:a="http://schemas.openxmlformats.org/drawingml/2006/main">
              <a:ext uri="{FF2B5EF4-FFF2-40B4-BE49-F238E27FC236}">
                <a16:creationId xmlns:a16="http://schemas.microsoft.com/office/drawing/2014/main" id="{66EBB20C-035D-4E05-9E58-150A962C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52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9" name="diagram-6-0027">
            <a:extLst xmlns:a="http://schemas.openxmlformats.org/drawingml/2006/main">
              <a:ext uri="{FF2B5EF4-FFF2-40B4-BE49-F238E27FC236}">
                <a16:creationId xmlns:a16="http://schemas.microsoft.com/office/drawing/2014/main" id="{36B0B1C2-C092-4235-8BB4-F4D345E0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0" name="diagram-6-0028">
            <a:extLst xmlns:a="http://schemas.openxmlformats.org/drawingml/2006/main">
              <a:ext uri="{FF2B5EF4-FFF2-40B4-BE49-F238E27FC236}">
                <a16:creationId xmlns:a16="http://schemas.microsoft.com/office/drawing/2014/main" id="{A1A7E8B5-F325-4EF9-9E95-00536E25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1" name="diagram-6-0029">
            <a:extLst xmlns:a="http://schemas.openxmlformats.org/drawingml/2006/main">
              <a:ext uri="{FF2B5EF4-FFF2-40B4-BE49-F238E27FC236}">
                <a16:creationId xmlns:a16="http://schemas.microsoft.com/office/drawing/2014/main" id="{E2555F25-E97F-4F79-9167-BE7E9786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00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2" name="diagram-6-0030">
            <a:extLst xmlns:a="http://schemas.openxmlformats.org/drawingml/2006/main">
              <a:ext uri="{FF2B5EF4-FFF2-40B4-BE49-F238E27FC236}">
                <a16:creationId xmlns:a16="http://schemas.microsoft.com/office/drawing/2014/main" id="{632D6537-2C6A-4DCA-B378-A732611E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3" name="diagram-6-0031">
            <a:extLst xmlns:a="http://schemas.openxmlformats.org/drawingml/2006/main">
              <a:ext uri="{FF2B5EF4-FFF2-40B4-BE49-F238E27FC236}">
                <a16:creationId xmlns:a16="http://schemas.microsoft.com/office/drawing/2014/main" id="{DD53E4A1-D8CD-46CD-B7A1-A6E749AF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4" name="diagram-6-0032">
            <a:extLst xmlns:a="http://schemas.openxmlformats.org/drawingml/2006/main">
              <a:ext uri="{FF2B5EF4-FFF2-40B4-BE49-F238E27FC236}">
                <a16:creationId xmlns:a16="http://schemas.microsoft.com/office/drawing/2014/main" id="{2391613C-562A-4B86-B21F-95DAAF2D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00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5" name="diagram-6-0033">
            <a:extLst xmlns:a="http://schemas.openxmlformats.org/drawingml/2006/main">
              <a:ext uri="{FF2B5EF4-FFF2-40B4-BE49-F238E27FC236}">
                <a16:creationId xmlns:a16="http://schemas.microsoft.com/office/drawing/2014/main" id="{41F654DF-9D82-45CB-990B-BCE6A094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48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6" name="diagram-6-0034">
            <a:extLst xmlns:a="http://schemas.openxmlformats.org/drawingml/2006/main">
              <a:ext uri="{FF2B5EF4-FFF2-40B4-BE49-F238E27FC236}">
                <a16:creationId xmlns:a16="http://schemas.microsoft.com/office/drawing/2014/main" id="{0695F6CC-0FDA-44C8-BE24-8A647E27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7" name="diagram-6-0035">
            <a:extLst xmlns:a="http://schemas.openxmlformats.org/drawingml/2006/main">
              <a:ext uri="{FF2B5EF4-FFF2-40B4-BE49-F238E27FC236}">
                <a16:creationId xmlns:a16="http://schemas.microsoft.com/office/drawing/2014/main" id="{177161C0-2E52-4AA4-A6DD-F0A46D1B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00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8" name="diagram-6-0036">
            <a:extLst xmlns:a="http://schemas.openxmlformats.org/drawingml/2006/main">
              <a:ext uri="{FF2B5EF4-FFF2-40B4-BE49-F238E27FC236}">
                <a16:creationId xmlns:a16="http://schemas.microsoft.com/office/drawing/2014/main" id="{CC72E732-A9CA-4AED-BB2A-2C05EF49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9" name="diagram-6-0037">
            <a:extLst xmlns:a="http://schemas.openxmlformats.org/drawingml/2006/main">
              <a:ext uri="{FF2B5EF4-FFF2-40B4-BE49-F238E27FC236}">
                <a16:creationId xmlns:a16="http://schemas.microsoft.com/office/drawing/2014/main" id="{77CE068B-155D-4E39-812A-7E251B04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0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0" name="diagram-6-0038">
            <a:extLst xmlns:a="http://schemas.openxmlformats.org/drawingml/2006/main">
              <a:ext uri="{FF2B5EF4-FFF2-40B4-BE49-F238E27FC236}">
                <a16:creationId xmlns:a16="http://schemas.microsoft.com/office/drawing/2014/main" id="{63B3F2F1-5088-49F4-B1FE-928FEAB1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48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1" name="diagram-6-0039">
            <a:extLst xmlns:a="http://schemas.openxmlformats.org/drawingml/2006/main">
              <a:ext uri="{FF2B5EF4-FFF2-40B4-BE49-F238E27FC236}">
                <a16:creationId xmlns:a16="http://schemas.microsoft.com/office/drawing/2014/main" id="{DE7895A9-1AC9-4319-AC0A-6DD063C8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2" name="diagram-6-0040">
            <a:extLst xmlns:a="http://schemas.openxmlformats.org/drawingml/2006/main">
              <a:ext uri="{FF2B5EF4-FFF2-40B4-BE49-F238E27FC236}">
                <a16:creationId xmlns:a16="http://schemas.microsoft.com/office/drawing/2014/main" id="{AED8A32D-3074-4498-B50C-95D0A58F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0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3" name="diagram-6-0041">
            <a:extLst xmlns:a="http://schemas.openxmlformats.org/drawingml/2006/main">
              <a:ext uri="{FF2B5EF4-FFF2-40B4-BE49-F238E27FC236}">
                <a16:creationId xmlns:a16="http://schemas.microsoft.com/office/drawing/2014/main" id="{8592C91A-5D49-40E9-9EDD-D5548CDF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48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4" name="diagram-6-0042">
            <a:extLst xmlns:a="http://schemas.openxmlformats.org/drawingml/2006/main">
              <a:ext uri="{FF2B5EF4-FFF2-40B4-BE49-F238E27FC236}">
                <a16:creationId xmlns:a16="http://schemas.microsoft.com/office/drawing/2014/main" id="{B7E5AE36-D85F-4382-A1B1-019F97BF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52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5" name="diagram-6-0043">
            <a:extLst xmlns:a="http://schemas.openxmlformats.org/drawingml/2006/main">
              <a:ext uri="{FF2B5EF4-FFF2-40B4-BE49-F238E27FC236}">
                <a16:creationId xmlns:a16="http://schemas.microsoft.com/office/drawing/2014/main" id="{4D5D1365-8DAC-456E-AAAE-4E2D7962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0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6" name="diagram-6-0044">
            <a:extLst xmlns:a="http://schemas.openxmlformats.org/drawingml/2006/main">
              <a:ext uri="{FF2B5EF4-FFF2-40B4-BE49-F238E27FC236}">
                <a16:creationId xmlns:a16="http://schemas.microsoft.com/office/drawing/2014/main" id="{0969AC57-B398-4BC2-9EA3-633AF49F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3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7" name="diagram-6-0045">
            <a:extLst xmlns:a="http://schemas.openxmlformats.org/drawingml/2006/main">
              <a:ext uri="{FF2B5EF4-FFF2-40B4-BE49-F238E27FC236}">
                <a16:creationId xmlns:a16="http://schemas.microsoft.com/office/drawing/2014/main" id="{D9913F44-7103-44E7-B446-55980888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8" name="diagram-6-0046">
            <a:extLst xmlns:a="http://schemas.openxmlformats.org/drawingml/2006/main">
              <a:ext uri="{FF2B5EF4-FFF2-40B4-BE49-F238E27FC236}">
                <a16:creationId xmlns:a16="http://schemas.microsoft.com/office/drawing/2014/main" id="{4E28B97E-C0B1-4711-8430-13542B18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9" name="diagram-6-0047">
            <a:extLst xmlns:a="http://schemas.openxmlformats.org/drawingml/2006/main">
              <a:ext uri="{FF2B5EF4-FFF2-40B4-BE49-F238E27FC236}">
                <a16:creationId xmlns:a16="http://schemas.microsoft.com/office/drawing/2014/main" id="{4EBBD072-E45E-4911-8A0A-5ADD809A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53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0" name="diagram-6-0048">
            <a:extLst xmlns:a="http://schemas.openxmlformats.org/drawingml/2006/main">
              <a:ext uri="{FF2B5EF4-FFF2-40B4-BE49-F238E27FC236}">
                <a16:creationId xmlns:a16="http://schemas.microsoft.com/office/drawing/2014/main" id="{3755BDB0-93C7-461F-955A-A1AC84AA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1" name="diagram-6-0049">
            <a:extLst xmlns:a="http://schemas.openxmlformats.org/drawingml/2006/main">
              <a:ext uri="{FF2B5EF4-FFF2-40B4-BE49-F238E27FC236}">
                <a16:creationId xmlns:a16="http://schemas.microsoft.com/office/drawing/2014/main" id="{E48286D9-4B38-4519-918C-6C513967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48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2" name="diagram-6-0050">
            <a:extLst xmlns:a="http://schemas.openxmlformats.org/drawingml/2006/main">
              <a:ext uri="{FF2B5EF4-FFF2-40B4-BE49-F238E27FC236}">
                <a16:creationId xmlns:a16="http://schemas.microsoft.com/office/drawing/2014/main" id="{5270B43B-509A-4EA0-8D62-A63D0AB6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53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3" name="diagram-6-0051">
            <a:extLst xmlns:a="http://schemas.openxmlformats.org/drawingml/2006/main">
              <a:ext uri="{FF2B5EF4-FFF2-40B4-BE49-F238E27FC236}">
                <a16:creationId xmlns:a16="http://schemas.microsoft.com/office/drawing/2014/main" id="{C60053DD-B776-406B-BA85-0469EFAE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05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4" name="diagram-6-0052">
            <a:extLst xmlns:a="http://schemas.openxmlformats.org/drawingml/2006/main">
              <a:ext uri="{FF2B5EF4-FFF2-40B4-BE49-F238E27FC236}">
                <a16:creationId xmlns:a16="http://schemas.microsoft.com/office/drawing/2014/main" id="{6E547EA8-FCC0-4263-A829-B6F72EA6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19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5" name="diagram-6-0053">
            <a:extLst xmlns:a="http://schemas.openxmlformats.org/drawingml/2006/main">
              <a:ext uri="{FF2B5EF4-FFF2-40B4-BE49-F238E27FC236}">
                <a16:creationId xmlns:a16="http://schemas.microsoft.com/office/drawing/2014/main" id="{ADABB3D2-FBCF-44D6-BE4D-3C813ECB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6" name="diagram-6-0054">
            <a:extLst xmlns:a="http://schemas.openxmlformats.org/drawingml/2006/main">
              <a:ext uri="{FF2B5EF4-FFF2-40B4-BE49-F238E27FC236}">
                <a16:creationId xmlns:a16="http://schemas.microsoft.com/office/drawing/2014/main" id="{A5FE28F8-77B9-42D1-A91F-CE91C923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24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7" name="diagram-6-0055">
            <a:extLst xmlns:a="http://schemas.openxmlformats.org/drawingml/2006/main">
              <a:ext uri="{FF2B5EF4-FFF2-40B4-BE49-F238E27FC236}">
                <a16:creationId xmlns:a16="http://schemas.microsoft.com/office/drawing/2014/main" id="{EA40DA03-E47E-4E58-AA51-89B1374B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72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8" name="diagram-6-0056">
            <a:extLst xmlns:a="http://schemas.openxmlformats.org/drawingml/2006/main">
              <a:ext uri="{FF2B5EF4-FFF2-40B4-BE49-F238E27FC236}">
                <a16:creationId xmlns:a16="http://schemas.microsoft.com/office/drawing/2014/main" id="{25BFAE5A-AC2F-43B3-AC25-6505605D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67175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7D31"/>
            </a:solidFill>
            <a:prstDash val="dash"/>
          </a:ln>
        </p:spPr>
      </p:sp>
      <p:sp>
        <p:nvSpPr>
          <p:cNvPr id="59" name="diagram-6-0057-segment-1">
            <a:extLst xmlns:a="http://schemas.openxmlformats.org/drawingml/2006/main">
              <a:ext uri="{FF2B5EF4-FFF2-40B4-BE49-F238E27FC236}">
                <a16:creationId xmlns:a16="http://schemas.microsoft.com/office/drawing/2014/main" id="{A3744D55-55B9-4C1B-9E7B-0FB7F284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33850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0"/>
                </a:moveTo>
                <a:lnTo>
                  <a:pt x="1333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D7D31"/>
            </a:solidFill>
            <a:prstDash val="solid"/>
          </a:ln>
        </p:spPr>
      </p:sp>
      <p:sp>
        <p:nvSpPr>
          <p:cNvPr id="60" name="diagram-6-0057-segment-2">
            <a:extLst xmlns:a="http://schemas.openxmlformats.org/drawingml/2006/main">
              <a:ext uri="{FF2B5EF4-FFF2-40B4-BE49-F238E27FC236}">
                <a16:creationId xmlns:a16="http://schemas.microsoft.com/office/drawing/2014/main" id="{B06244C0-7DFB-4811-A1AF-2F98F54E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33850"/>
            <a:ext cx="133350" cy="133350"/>
          </a:xfrm>
          <a:custGeom xmlns:a="http://schemas.openxmlformats.org/drawingml/2006/main">
            <a:pathLst>
              <a:path w="133350" h="133350">
                <a:moveTo>
                  <a:pt x="13335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D7D31"/>
            </a:solidFill>
            <a:prstDash val="solid"/>
          </a:ln>
        </p:spPr>
      </p:sp>
      <p:sp>
        <p:nvSpPr>
          <p:cNvPr id="61" name="diagram-6-0058">
            <a:extLst xmlns:a="http://schemas.openxmlformats.org/drawingml/2006/main">
              <a:ext uri="{FF2B5EF4-FFF2-40B4-BE49-F238E27FC236}">
                <a16:creationId xmlns:a16="http://schemas.microsoft.com/office/drawing/2014/main" id="{9EAEA600-29BC-4AE9-B8DA-C98787AC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3324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2" name="diagram-6-0059">
            <a:extLst xmlns:a="http://schemas.openxmlformats.org/drawingml/2006/main">
              <a:ext uri="{FF2B5EF4-FFF2-40B4-BE49-F238E27FC236}">
                <a16:creationId xmlns:a16="http://schemas.microsoft.com/office/drawing/2014/main" id="{613CD2EF-AF64-439A-B452-44D032B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3371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3" name="diagram-6-0060">
            <a:extLst xmlns:a="http://schemas.openxmlformats.org/drawingml/2006/main">
              <a:ext uri="{FF2B5EF4-FFF2-40B4-BE49-F238E27FC236}">
                <a16:creationId xmlns:a16="http://schemas.microsoft.com/office/drawing/2014/main" id="{C288F399-1F2C-4962-9EDE-B4C37D33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924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4" name="diagram-6-0061">
            <a:extLst xmlns:a="http://schemas.openxmlformats.org/drawingml/2006/main">
              <a:ext uri="{FF2B5EF4-FFF2-40B4-BE49-F238E27FC236}">
                <a16:creationId xmlns:a16="http://schemas.microsoft.com/office/drawing/2014/main" id="{37D33231-147D-4649-A8E8-A670EDCB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105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5" name="diagram-6-0062">
            <a:extLst xmlns:a="http://schemas.openxmlformats.org/drawingml/2006/main">
              <a:ext uri="{FF2B5EF4-FFF2-40B4-BE49-F238E27FC236}">
                <a16:creationId xmlns:a16="http://schemas.microsoft.com/office/drawing/2014/main" id="{0B785C2A-C661-4F2C-B1ED-D8EA8235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6110097"/>
            <a:ext cx="2352675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オレンジも正常な特徴</a:t>
            </a:r>
          </a:p>
        </p:txBody>
      </p:sp>
      <p:sp>
        <p:nvSpPr>
          <p:cNvPr id="66" name="diagram-6-0063">
            <a:extLst xmlns:a="http://schemas.openxmlformats.org/drawingml/2006/main">
              <a:ext uri="{FF2B5EF4-FFF2-40B4-BE49-F238E27FC236}">
                <a16:creationId xmlns:a16="http://schemas.microsoft.com/office/drawing/2014/main" id="{D931F631-DB01-4674-BD80-5063BE10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431" y="6088761"/>
            <a:ext cx="3767138" cy="361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離れた正常例が抜けることがある</a:t>
            </a:r>
          </a:p>
        </p:txBody>
      </p:sp>
      <p:sp>
        <p:nvSpPr>
          <p:cNvPr id="67" name="diagram-6-0064">
            <a:extLst xmlns:a="http://schemas.openxmlformats.org/drawingml/2006/main">
              <a:ext uri="{FF2B5EF4-FFF2-40B4-BE49-F238E27FC236}">
                <a16:creationId xmlns:a16="http://schemas.microsoft.com/office/drawing/2014/main" id="{AD50D841-B177-4AB9-8B1E-C90A4B95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280" y="6088761"/>
            <a:ext cx="3044190" cy="361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離れた正常例も代表に選ぶ</a:t>
            </a:r>
          </a:p>
        </p:txBody>
      </p:sp>
      <p:sp>
        <p:nvSpPr>
          <p:cNvPr id="68" name="diagram-6-0065-segment-1">
            <a:extLst xmlns:a="http://schemas.openxmlformats.org/drawingml/2006/main">
              <a:ext uri="{FF2B5EF4-FFF2-40B4-BE49-F238E27FC236}">
                <a16:creationId xmlns:a16="http://schemas.microsoft.com/office/drawing/2014/main" id="{AAE55203-14AA-4128-9A72-34C58FC2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00875"/>
            <a:ext cx="14001750" cy="953"/>
          </a:xfrm>
          <a:custGeom xmlns:a="http://schemas.openxmlformats.org/drawingml/2006/main">
            <a:pathLst>
              <a:path w="14001750" h="953">
                <a:moveTo>
                  <a:pt x="0" y="0"/>
                </a:moveTo>
                <a:lnTo>
                  <a:pt x="1400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DDE4"/>
            </a:solidFill>
            <a:prstDash val="solid"/>
          </a:ln>
        </p:spPr>
      </p:sp>
      <p:sp>
        <p:nvSpPr>
          <p:cNvPr id="69" name="diagram-6-0066">
            <a:extLst xmlns:a="http://schemas.openxmlformats.org/drawingml/2006/main">
              <a:ext uri="{FF2B5EF4-FFF2-40B4-BE49-F238E27FC236}">
                <a16:creationId xmlns:a16="http://schemas.microsoft.com/office/drawing/2014/main" id="{488868C1-EBB5-444D-B448-E40A1AD7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7300722"/>
            <a:ext cx="4552950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狙い：少ない点で、正常特徴の広がりを覆う</a:t>
            </a:r>
          </a:p>
        </p:txBody>
      </p:sp>
      <p:sp>
        <p:nvSpPr>
          <p:cNvPr id="70" name="diagram-6-0067">
            <a:extLst xmlns:a="http://schemas.openxmlformats.org/drawingml/2006/main">
              <a:ext uri="{FF2B5EF4-FFF2-40B4-BE49-F238E27FC236}">
                <a16:creationId xmlns:a16="http://schemas.microsoft.com/office/drawing/2014/main" id="{6DA64861-4FD9-4CC2-9C11-12563EF8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351" y="7742301"/>
            <a:ext cx="6421298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※ 点の配置と抽出数は説明用。Coresetは距離に基づいて代表点を選ぶ。</a:t>
            </a:r>
          </a:p>
        </p:txBody>
      </p:sp>
    </p:spTree>
    <p:extLst>
      <p:ext uri="{BB962C8B-B14F-4D97-AF65-F5344CB8AC3E}">
        <p14:creationId xmlns:p14="http://schemas.microsoft.com/office/powerpoint/2010/main" val="1517571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diagram-7-0001">
            <a:extLst xmlns:a="http://schemas.openxmlformats.org/drawingml/2006/main">
              <a:ext uri="{FF2B5EF4-FFF2-40B4-BE49-F238E27FC236}">
                <a16:creationId xmlns:a16="http://schemas.microsoft.com/office/drawing/2014/main" id="{7D7969E7-047B-48FC-91EE-E853FD59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8125"/>
            <a:ext cx="152400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iagram-7-0002">
            <a:extLst xmlns:a="http://schemas.openxmlformats.org/drawingml/2006/main">
              <a:ext uri="{FF2B5EF4-FFF2-40B4-BE49-F238E27FC236}">
                <a16:creationId xmlns:a16="http://schemas.microsoft.com/office/drawing/2014/main" id="{D490F2DF-4A65-40DE-AF4C-DD393C48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9323"/>
            <a:ext cx="8798852" cy="61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Greedy k-center：遠い正常点を代表に加える</a:t>
            </a:r>
          </a:p>
        </p:txBody>
      </p:sp>
      <p:sp>
        <p:nvSpPr>
          <p:cNvPr id="3" name="diagram-7-0003">
            <a:extLst xmlns:a="http://schemas.openxmlformats.org/drawingml/2006/main">
              <a:ext uri="{FF2B5EF4-FFF2-40B4-BE49-F238E27FC236}">
                <a16:creationId xmlns:a16="http://schemas.microsoft.com/office/drawing/2014/main" id="{A12CDB5A-B342-48D7-B262-9128FB15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9972"/>
            <a:ext cx="6216358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選んだ代表から最も遠い点を、目標数になるまで1点ずつ追加</a:t>
            </a:r>
          </a:p>
        </p:txBody>
      </p:sp>
      <p:sp>
        <p:nvSpPr>
          <p:cNvPr id="4" name="diagram-7-0004">
            <a:extLst xmlns:a="http://schemas.openxmlformats.org/drawingml/2006/main">
              <a:ext uri="{FF2B5EF4-FFF2-40B4-BE49-F238E27FC236}">
                <a16:creationId xmlns:a16="http://schemas.microsoft.com/office/drawing/2014/main" id="{ADD37F14-8EDD-41FC-8259-F5E822AF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277" y="2008632"/>
            <a:ext cx="2571445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① 最初の1点を選ぶ</a:t>
            </a:r>
          </a:p>
        </p:txBody>
      </p:sp>
      <p:sp>
        <p:nvSpPr>
          <p:cNvPr id="5" name="diagram-7-0005">
            <a:extLst xmlns:a="http://schemas.openxmlformats.org/drawingml/2006/main">
              <a:ext uri="{FF2B5EF4-FFF2-40B4-BE49-F238E27FC236}">
                <a16:creationId xmlns:a16="http://schemas.microsoft.com/office/drawing/2014/main" id="{5A98DD69-A907-43A5-8839-F02B62E9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721" y="2008632"/>
            <a:ext cx="2691308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② 最も遠い点を追加</a:t>
            </a:r>
          </a:p>
        </p:txBody>
      </p:sp>
      <p:sp>
        <p:nvSpPr>
          <p:cNvPr id="6" name="diagram-7-0006">
            <a:extLst xmlns:a="http://schemas.openxmlformats.org/drawingml/2006/main">
              <a:ext uri="{FF2B5EF4-FFF2-40B4-BE49-F238E27FC236}">
                <a16:creationId xmlns:a16="http://schemas.microsoft.com/office/drawing/2014/main" id="{1FA5F04E-E700-424B-B43C-EC0C461D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3474" y="2008632"/>
            <a:ext cx="3508553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③ 距離を更新して繰り返す</a:t>
            </a:r>
          </a:p>
        </p:txBody>
      </p:sp>
      <p:sp>
        <p:nvSpPr>
          <p:cNvPr id="7" name="diagram-7-0007">
            <a:extLst xmlns:a="http://schemas.openxmlformats.org/drawingml/2006/main">
              <a:ext uri="{FF2B5EF4-FFF2-40B4-BE49-F238E27FC236}">
                <a16:creationId xmlns:a16="http://schemas.microsoft.com/office/drawing/2014/main" id="{C75F9C18-8121-43FA-B2D5-8834FA7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4191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8" name="diagram-7-0008">
            <a:extLst xmlns:a="http://schemas.openxmlformats.org/drawingml/2006/main">
              <a:ext uri="{FF2B5EF4-FFF2-40B4-BE49-F238E27FC236}">
                <a16:creationId xmlns:a16="http://schemas.microsoft.com/office/drawing/2014/main" id="{CB00D79B-556B-4429-8562-9E92004D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19375"/>
            <a:ext cx="4191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9" name="diagram-7-0009">
            <a:extLst xmlns:a="http://schemas.openxmlformats.org/drawingml/2006/main">
              <a:ext uri="{FF2B5EF4-FFF2-40B4-BE49-F238E27FC236}">
                <a16:creationId xmlns:a16="http://schemas.microsoft.com/office/drawing/2014/main" id="{F44B62F3-A9A4-40F3-8D1E-16779EA2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19375"/>
            <a:ext cx="4191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0" name="diagram-7-0010-segment-1">
            <a:extLst xmlns:a="http://schemas.openxmlformats.org/drawingml/2006/main">
              <a:ext uri="{FF2B5EF4-FFF2-40B4-BE49-F238E27FC236}">
                <a16:creationId xmlns:a16="http://schemas.microsoft.com/office/drawing/2014/main" id="{1D90174D-7693-47A6-8DDD-6B878BAA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38625"/>
            <a:ext cx="476250" cy="953"/>
          </a:xfrm>
          <a:custGeom xmlns:a="http://schemas.openxmlformats.org/drawingml/2006/main">
            <a:pathLst>
              <a:path w="476250" h="953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1" name="diagram-7-0010-arrowhead">
            <a:extLst xmlns:a="http://schemas.openxmlformats.org/drawingml/2006/main">
              <a:ext uri="{FF2B5EF4-FFF2-40B4-BE49-F238E27FC236}">
                <a16:creationId xmlns:a16="http://schemas.microsoft.com/office/drawing/2014/main" id="{7EC9E113-412A-47C7-BCB0-A283F8A4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7-0011-segment-1">
            <a:extLst xmlns:a="http://schemas.openxmlformats.org/drawingml/2006/main">
              <a:ext uri="{FF2B5EF4-FFF2-40B4-BE49-F238E27FC236}">
                <a16:creationId xmlns:a16="http://schemas.microsoft.com/office/drawing/2014/main" id="{556E0820-4244-4144-8B8E-2422ED58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238625"/>
            <a:ext cx="476250" cy="953"/>
          </a:xfrm>
          <a:custGeom xmlns:a="http://schemas.openxmlformats.org/drawingml/2006/main">
            <a:pathLst>
              <a:path w="476250" h="953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3" name="diagram-7-0011-arrowhead">
            <a:extLst xmlns:a="http://schemas.openxmlformats.org/drawingml/2006/main">
              <a:ext uri="{FF2B5EF4-FFF2-40B4-BE49-F238E27FC236}">
                <a16:creationId xmlns:a16="http://schemas.microsoft.com/office/drawing/2014/main" id="{4144B043-3CE9-4B3B-BED0-253F5EBC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191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iagram-7-0012">
            <a:extLst xmlns:a="http://schemas.openxmlformats.org/drawingml/2006/main">
              <a:ext uri="{FF2B5EF4-FFF2-40B4-BE49-F238E27FC236}">
                <a16:creationId xmlns:a16="http://schemas.microsoft.com/office/drawing/2014/main" id="{E55873AC-68F5-453F-B682-AF18C7B4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71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5" name="diagram-7-0013">
            <a:extLst xmlns:a="http://schemas.openxmlformats.org/drawingml/2006/main">
              <a:ext uri="{FF2B5EF4-FFF2-40B4-BE49-F238E27FC236}">
                <a16:creationId xmlns:a16="http://schemas.microsoft.com/office/drawing/2014/main" id="{D1956061-E1F5-41AD-BA55-4FD51381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19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6" name="diagram-7-0014">
            <a:extLst xmlns:a="http://schemas.openxmlformats.org/drawingml/2006/main">
              <a:ext uri="{FF2B5EF4-FFF2-40B4-BE49-F238E27FC236}">
                <a16:creationId xmlns:a16="http://schemas.microsoft.com/office/drawing/2014/main" id="{FA9C5B74-AD56-41EE-ADFD-5C279A35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43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7" name="diagram-7-0015">
            <a:extLst xmlns:a="http://schemas.openxmlformats.org/drawingml/2006/main">
              <a:ext uri="{FF2B5EF4-FFF2-40B4-BE49-F238E27FC236}">
                <a16:creationId xmlns:a16="http://schemas.microsoft.com/office/drawing/2014/main" id="{6F01983F-6FDD-429C-91C0-AF506FBF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09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8" name="diagram-7-0016">
            <a:extLst xmlns:a="http://schemas.openxmlformats.org/drawingml/2006/main">
              <a:ext uri="{FF2B5EF4-FFF2-40B4-BE49-F238E27FC236}">
                <a16:creationId xmlns:a16="http://schemas.microsoft.com/office/drawing/2014/main" id="{95B1C54E-ABA9-4E88-A908-8E305FBA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19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19" name="diagram-7-0017">
            <a:extLst xmlns:a="http://schemas.openxmlformats.org/drawingml/2006/main">
              <a:ext uri="{FF2B5EF4-FFF2-40B4-BE49-F238E27FC236}">
                <a16:creationId xmlns:a16="http://schemas.microsoft.com/office/drawing/2014/main" id="{ADE85F9D-B867-44B8-9FAB-BC94D83E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333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0" name="diagram-7-0018">
            <a:extLst xmlns:a="http://schemas.openxmlformats.org/drawingml/2006/main">
              <a:ext uri="{FF2B5EF4-FFF2-40B4-BE49-F238E27FC236}">
                <a16:creationId xmlns:a16="http://schemas.microsoft.com/office/drawing/2014/main" id="{B855DD96-01F1-427F-9C10-8AC5F01A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1" name="diagram-7-0019">
            <a:extLst xmlns:a="http://schemas.openxmlformats.org/drawingml/2006/main">
              <a:ext uri="{FF2B5EF4-FFF2-40B4-BE49-F238E27FC236}">
                <a16:creationId xmlns:a16="http://schemas.microsoft.com/office/drawing/2014/main" id="{C67DD6C7-A5CC-4630-AA1F-E4DBCB30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2" name="diagram-7-0020">
            <a:extLst xmlns:a="http://schemas.openxmlformats.org/drawingml/2006/main">
              <a:ext uri="{FF2B5EF4-FFF2-40B4-BE49-F238E27FC236}">
                <a16:creationId xmlns:a16="http://schemas.microsoft.com/office/drawing/2014/main" id="{74DC0CC9-344B-425E-99E2-3E3DE245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57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3" name="diagram-7-0021">
            <a:extLst xmlns:a="http://schemas.openxmlformats.org/drawingml/2006/main">
              <a:ext uri="{FF2B5EF4-FFF2-40B4-BE49-F238E27FC236}">
                <a16:creationId xmlns:a16="http://schemas.microsoft.com/office/drawing/2014/main" id="{63905AD6-80B1-4859-A643-806A5CF3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4" name="diagram-7-0022">
            <a:extLst xmlns:a="http://schemas.openxmlformats.org/drawingml/2006/main">
              <a:ext uri="{FF2B5EF4-FFF2-40B4-BE49-F238E27FC236}">
                <a16:creationId xmlns:a16="http://schemas.microsoft.com/office/drawing/2014/main" id="{00DFBB5A-5E51-444B-9D5C-AA95321D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86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5" name="diagram-7-0023">
            <a:extLst xmlns:a="http://schemas.openxmlformats.org/drawingml/2006/main">
              <a:ext uri="{FF2B5EF4-FFF2-40B4-BE49-F238E27FC236}">
                <a16:creationId xmlns:a16="http://schemas.microsoft.com/office/drawing/2014/main" id="{F5C5F476-F428-4A6A-ABA5-7C796761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71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6" name="diagram-7-0024">
            <a:extLst xmlns:a="http://schemas.openxmlformats.org/drawingml/2006/main">
              <a:ext uri="{FF2B5EF4-FFF2-40B4-BE49-F238E27FC236}">
                <a16:creationId xmlns:a16="http://schemas.microsoft.com/office/drawing/2014/main" id="{B897A583-1AC8-4CA5-BDC4-A6E7FE5F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76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7" name="diagram-7-0025">
            <a:extLst xmlns:a="http://schemas.openxmlformats.org/drawingml/2006/main">
              <a:ext uri="{FF2B5EF4-FFF2-40B4-BE49-F238E27FC236}">
                <a16:creationId xmlns:a16="http://schemas.microsoft.com/office/drawing/2014/main" id="{93CC7D04-7769-4421-94A8-F72305C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162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8" name="diagram-7-0026">
            <a:extLst xmlns:a="http://schemas.openxmlformats.org/drawingml/2006/main">
              <a:ext uri="{FF2B5EF4-FFF2-40B4-BE49-F238E27FC236}">
                <a16:creationId xmlns:a16="http://schemas.microsoft.com/office/drawing/2014/main" id="{5ABDEE2E-38FC-4988-A08F-4FA7E174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324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9" name="diagram-7-0027">
            <a:extLst xmlns:a="http://schemas.openxmlformats.org/drawingml/2006/main">
              <a:ext uri="{FF2B5EF4-FFF2-40B4-BE49-F238E27FC236}">
                <a16:creationId xmlns:a16="http://schemas.microsoft.com/office/drawing/2014/main" id="{24678597-A490-44F2-9B41-0D9D05E1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0" name="diagram-7-0028">
            <a:extLst xmlns:a="http://schemas.openxmlformats.org/drawingml/2006/main">
              <a:ext uri="{FF2B5EF4-FFF2-40B4-BE49-F238E27FC236}">
                <a16:creationId xmlns:a16="http://schemas.microsoft.com/office/drawing/2014/main" id="{504E784E-8E0A-483E-BC8B-F4A7A48B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33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1" name="diagram-7-0029">
            <a:extLst xmlns:a="http://schemas.openxmlformats.org/drawingml/2006/main">
              <a:ext uri="{FF2B5EF4-FFF2-40B4-BE49-F238E27FC236}">
                <a16:creationId xmlns:a16="http://schemas.microsoft.com/office/drawing/2014/main" id="{FF8DAEBB-9D51-4648-8578-9305BC2B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19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2" name="diagram-7-0030">
            <a:extLst xmlns:a="http://schemas.openxmlformats.org/drawingml/2006/main">
              <a:ext uri="{FF2B5EF4-FFF2-40B4-BE49-F238E27FC236}">
                <a16:creationId xmlns:a16="http://schemas.microsoft.com/office/drawing/2014/main" id="{7D7F6555-C3F5-45BE-B2FC-FA1E047D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3" name="diagram-7-0031">
            <a:extLst xmlns:a="http://schemas.openxmlformats.org/drawingml/2006/main">
              <a:ext uri="{FF2B5EF4-FFF2-40B4-BE49-F238E27FC236}">
                <a16:creationId xmlns:a16="http://schemas.microsoft.com/office/drawing/2014/main" id="{3C53DDC9-801A-4387-950D-F065C396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619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4" name="diagram-7-0032">
            <a:extLst xmlns:a="http://schemas.openxmlformats.org/drawingml/2006/main">
              <a:ext uri="{FF2B5EF4-FFF2-40B4-BE49-F238E27FC236}">
                <a16:creationId xmlns:a16="http://schemas.microsoft.com/office/drawing/2014/main" id="{616AAEBF-E6CA-49D0-AFFC-8306892D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00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5" name="diagram-7-0033">
            <a:extLst xmlns:a="http://schemas.openxmlformats.org/drawingml/2006/main">
              <a:ext uri="{FF2B5EF4-FFF2-40B4-BE49-F238E27FC236}">
                <a16:creationId xmlns:a16="http://schemas.microsoft.com/office/drawing/2014/main" id="{FABB9488-CC15-46AB-B26E-83E0C170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67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6" name="diagram-7-0034">
            <a:extLst xmlns:a="http://schemas.openxmlformats.org/drawingml/2006/main">
              <a:ext uri="{FF2B5EF4-FFF2-40B4-BE49-F238E27FC236}">
                <a16:creationId xmlns:a16="http://schemas.microsoft.com/office/drawing/2014/main" id="{C296F501-895E-46FB-83AA-D3170983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29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7" name="diagram-7-0035">
            <a:extLst xmlns:a="http://schemas.openxmlformats.org/drawingml/2006/main">
              <a:ext uri="{FF2B5EF4-FFF2-40B4-BE49-F238E27FC236}">
                <a16:creationId xmlns:a16="http://schemas.microsoft.com/office/drawing/2014/main" id="{67CC8457-5121-4884-B2E6-463F7787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8" name="diagram-7-0036">
            <a:extLst xmlns:a="http://schemas.openxmlformats.org/drawingml/2006/main">
              <a:ext uri="{FF2B5EF4-FFF2-40B4-BE49-F238E27FC236}">
                <a16:creationId xmlns:a16="http://schemas.microsoft.com/office/drawing/2014/main" id="{0661CC50-7396-475D-97E7-768761C3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191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9" name="diagram-7-0037">
            <a:extLst xmlns:a="http://schemas.openxmlformats.org/drawingml/2006/main">
              <a:ext uri="{FF2B5EF4-FFF2-40B4-BE49-F238E27FC236}">
                <a16:creationId xmlns:a16="http://schemas.microsoft.com/office/drawing/2014/main" id="{0740288A-4EFF-47AC-8C16-CC4AD633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0" name="diagram-7-0038">
            <a:extLst xmlns:a="http://schemas.openxmlformats.org/drawingml/2006/main">
              <a:ext uri="{FF2B5EF4-FFF2-40B4-BE49-F238E27FC236}">
                <a16:creationId xmlns:a16="http://schemas.microsoft.com/office/drawing/2014/main" id="{9E133A34-58FA-492A-BCB4-217823C1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19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1" name="diagram-7-0039">
            <a:extLst xmlns:a="http://schemas.openxmlformats.org/drawingml/2006/main">
              <a:ext uri="{FF2B5EF4-FFF2-40B4-BE49-F238E27FC236}">
                <a16:creationId xmlns:a16="http://schemas.microsoft.com/office/drawing/2014/main" id="{27E0DB6F-7156-4D0B-BEDB-07D92AF1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343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2" name="diagram-7-0040">
            <a:extLst xmlns:a="http://schemas.openxmlformats.org/drawingml/2006/main">
              <a:ext uri="{FF2B5EF4-FFF2-40B4-BE49-F238E27FC236}">
                <a16:creationId xmlns:a16="http://schemas.microsoft.com/office/drawing/2014/main" id="{B53FEE4D-74E1-45E2-87C4-9A0A01ED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9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3" name="diagram-7-0041">
            <a:extLst xmlns:a="http://schemas.openxmlformats.org/drawingml/2006/main">
              <a:ext uri="{FF2B5EF4-FFF2-40B4-BE49-F238E27FC236}">
                <a16:creationId xmlns:a16="http://schemas.microsoft.com/office/drawing/2014/main" id="{26EB7C26-6CB3-4738-81BC-45425A0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19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4" name="diagram-7-0042">
            <a:extLst xmlns:a="http://schemas.openxmlformats.org/drawingml/2006/main">
              <a:ext uri="{FF2B5EF4-FFF2-40B4-BE49-F238E27FC236}">
                <a16:creationId xmlns:a16="http://schemas.microsoft.com/office/drawing/2014/main" id="{3DCB5EE0-D36A-423C-B0C6-DCAEAC04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5" name="diagram-7-0043">
            <a:extLst xmlns:a="http://schemas.openxmlformats.org/drawingml/2006/main">
              <a:ext uri="{FF2B5EF4-FFF2-40B4-BE49-F238E27FC236}">
                <a16:creationId xmlns:a16="http://schemas.microsoft.com/office/drawing/2014/main" id="{F5C62846-D17F-4129-9C61-771155AC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6" name="diagram-7-0044">
            <a:extLst xmlns:a="http://schemas.openxmlformats.org/drawingml/2006/main">
              <a:ext uri="{FF2B5EF4-FFF2-40B4-BE49-F238E27FC236}">
                <a16:creationId xmlns:a16="http://schemas.microsoft.com/office/drawing/2014/main" id="{CC0F5697-9BFD-4F66-90A4-5A3BD047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7" name="diagram-7-0045">
            <a:extLst xmlns:a="http://schemas.openxmlformats.org/drawingml/2006/main">
              <a:ext uri="{FF2B5EF4-FFF2-40B4-BE49-F238E27FC236}">
                <a16:creationId xmlns:a16="http://schemas.microsoft.com/office/drawing/2014/main" id="{FD645116-88DF-4688-B33B-7ADC96BF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857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8" name="diagram-7-0046">
            <a:extLst xmlns:a="http://schemas.openxmlformats.org/drawingml/2006/main">
              <a:ext uri="{FF2B5EF4-FFF2-40B4-BE49-F238E27FC236}">
                <a16:creationId xmlns:a16="http://schemas.microsoft.com/office/drawing/2014/main" id="{E81C3CDF-9F79-4F1D-B2EA-7AA1813C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9" name="diagram-7-0047">
            <a:extLst xmlns:a="http://schemas.openxmlformats.org/drawingml/2006/main">
              <a:ext uri="{FF2B5EF4-FFF2-40B4-BE49-F238E27FC236}">
                <a16:creationId xmlns:a16="http://schemas.microsoft.com/office/drawing/2014/main" id="{3EDA6A09-45EE-4989-BA19-6D718E71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86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0" name="diagram-7-0048">
            <a:extLst xmlns:a="http://schemas.openxmlformats.org/drawingml/2006/main">
              <a:ext uri="{FF2B5EF4-FFF2-40B4-BE49-F238E27FC236}">
                <a16:creationId xmlns:a16="http://schemas.microsoft.com/office/drawing/2014/main" id="{ED8C4B9E-0D86-46B7-A0C6-BBE2465D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71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1" name="diagram-7-0049">
            <a:extLst xmlns:a="http://schemas.openxmlformats.org/drawingml/2006/main">
              <a:ext uri="{FF2B5EF4-FFF2-40B4-BE49-F238E27FC236}">
                <a16:creationId xmlns:a16="http://schemas.microsoft.com/office/drawing/2014/main" id="{8BA0A8EC-1034-428E-A2BE-A6A0A697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76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2" name="diagram-7-0050">
            <a:extLst xmlns:a="http://schemas.openxmlformats.org/drawingml/2006/main">
              <a:ext uri="{FF2B5EF4-FFF2-40B4-BE49-F238E27FC236}">
                <a16:creationId xmlns:a16="http://schemas.microsoft.com/office/drawing/2014/main" id="{601E7611-7F51-4FA7-BDEB-F963D5BD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62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3" name="diagram-7-0051">
            <a:extLst xmlns:a="http://schemas.openxmlformats.org/drawingml/2006/main">
              <a:ext uri="{FF2B5EF4-FFF2-40B4-BE49-F238E27FC236}">
                <a16:creationId xmlns:a16="http://schemas.microsoft.com/office/drawing/2014/main" id="{9F14729D-A93E-412E-A272-5DFBB192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24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4" name="diagram-7-0052">
            <a:extLst xmlns:a="http://schemas.openxmlformats.org/drawingml/2006/main">
              <a:ext uri="{FF2B5EF4-FFF2-40B4-BE49-F238E27FC236}">
                <a16:creationId xmlns:a16="http://schemas.microsoft.com/office/drawing/2014/main" id="{5AB5F8F8-079B-4F44-8580-ACF45FDA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5" name="diagram-7-0053">
            <a:extLst xmlns:a="http://schemas.openxmlformats.org/drawingml/2006/main">
              <a:ext uri="{FF2B5EF4-FFF2-40B4-BE49-F238E27FC236}">
                <a16:creationId xmlns:a16="http://schemas.microsoft.com/office/drawing/2014/main" id="{0A6A986D-11A0-461A-B021-8805624A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33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6" name="diagram-7-0054">
            <a:extLst xmlns:a="http://schemas.openxmlformats.org/drawingml/2006/main">
              <a:ext uri="{FF2B5EF4-FFF2-40B4-BE49-F238E27FC236}">
                <a16:creationId xmlns:a16="http://schemas.microsoft.com/office/drawing/2014/main" id="{2B25228D-DE5F-4149-BF41-D4F635E9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219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7" name="diagram-7-0055">
            <a:extLst xmlns:a="http://schemas.openxmlformats.org/drawingml/2006/main">
              <a:ext uri="{FF2B5EF4-FFF2-40B4-BE49-F238E27FC236}">
                <a16:creationId xmlns:a16="http://schemas.microsoft.com/office/drawing/2014/main" id="{502FBE8F-2093-4379-B945-DC354540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8" name="diagram-7-0056">
            <a:extLst xmlns:a="http://schemas.openxmlformats.org/drawingml/2006/main">
              <a:ext uri="{FF2B5EF4-FFF2-40B4-BE49-F238E27FC236}">
                <a16:creationId xmlns:a16="http://schemas.microsoft.com/office/drawing/2014/main" id="{C7B2C2DE-8777-4463-B673-499CB3C5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19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59" name="diagram-7-0057">
            <a:extLst xmlns:a="http://schemas.openxmlformats.org/drawingml/2006/main">
              <a:ext uri="{FF2B5EF4-FFF2-40B4-BE49-F238E27FC236}">
                <a16:creationId xmlns:a16="http://schemas.microsoft.com/office/drawing/2014/main" id="{25975AA3-4A07-42FD-8088-DB3E182E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00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0" name="diagram-7-0058">
            <a:extLst xmlns:a="http://schemas.openxmlformats.org/drawingml/2006/main">
              <a:ext uri="{FF2B5EF4-FFF2-40B4-BE49-F238E27FC236}">
                <a16:creationId xmlns:a16="http://schemas.microsoft.com/office/drawing/2014/main" id="{52A291B1-7BCD-42FF-BA9F-065AF934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67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1" name="diagram-7-0059">
            <a:extLst xmlns:a="http://schemas.openxmlformats.org/drawingml/2006/main">
              <a:ext uri="{FF2B5EF4-FFF2-40B4-BE49-F238E27FC236}">
                <a16:creationId xmlns:a16="http://schemas.microsoft.com/office/drawing/2014/main" id="{000157E8-AEED-4455-9EE2-054AB453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29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2" name="diagram-7-0060">
            <a:extLst xmlns:a="http://schemas.openxmlformats.org/drawingml/2006/main">
              <a:ext uri="{FF2B5EF4-FFF2-40B4-BE49-F238E27FC236}">
                <a16:creationId xmlns:a16="http://schemas.microsoft.com/office/drawing/2014/main" id="{127F580C-C6CD-4F25-945A-E4EC2DDF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3" name="diagram-7-0061">
            <a:extLst xmlns:a="http://schemas.openxmlformats.org/drawingml/2006/main">
              <a:ext uri="{FF2B5EF4-FFF2-40B4-BE49-F238E27FC236}">
                <a16:creationId xmlns:a16="http://schemas.microsoft.com/office/drawing/2014/main" id="{54B99AFF-2B3B-445D-B21D-C0203A52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91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4" name="diagram-7-0062">
            <a:extLst xmlns:a="http://schemas.openxmlformats.org/drawingml/2006/main">
              <a:ext uri="{FF2B5EF4-FFF2-40B4-BE49-F238E27FC236}">
                <a16:creationId xmlns:a16="http://schemas.microsoft.com/office/drawing/2014/main" id="{3A7C1210-A977-4716-AA11-18B654D0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71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5" name="diagram-7-0063">
            <a:extLst xmlns:a="http://schemas.openxmlformats.org/drawingml/2006/main">
              <a:ext uri="{FF2B5EF4-FFF2-40B4-BE49-F238E27FC236}">
                <a16:creationId xmlns:a16="http://schemas.microsoft.com/office/drawing/2014/main" id="{47F2985E-AE20-4B52-B03F-885EE001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19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6" name="diagram-7-0064">
            <a:extLst xmlns:a="http://schemas.openxmlformats.org/drawingml/2006/main">
              <a:ext uri="{FF2B5EF4-FFF2-40B4-BE49-F238E27FC236}">
                <a16:creationId xmlns:a16="http://schemas.microsoft.com/office/drawing/2014/main" id="{7FE1F27E-07E9-433E-BC04-92355D78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343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7" name="diagram-7-0065">
            <a:extLst xmlns:a="http://schemas.openxmlformats.org/drawingml/2006/main">
              <a:ext uri="{FF2B5EF4-FFF2-40B4-BE49-F238E27FC236}">
                <a16:creationId xmlns:a16="http://schemas.microsoft.com/office/drawing/2014/main" id="{A533C857-0E9B-4DF2-ABEA-75BA6E97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209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8" name="diagram-7-0066">
            <a:extLst xmlns:a="http://schemas.openxmlformats.org/drawingml/2006/main">
              <a:ext uri="{FF2B5EF4-FFF2-40B4-BE49-F238E27FC236}">
                <a16:creationId xmlns:a16="http://schemas.microsoft.com/office/drawing/2014/main" id="{728F4FDC-260D-4EE0-A311-722A1710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3419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69" name="diagram-7-0067">
            <a:extLst xmlns:a="http://schemas.openxmlformats.org/drawingml/2006/main">
              <a:ext uri="{FF2B5EF4-FFF2-40B4-BE49-F238E27FC236}">
                <a16:creationId xmlns:a16="http://schemas.microsoft.com/office/drawing/2014/main" id="{566F59A7-28AB-4E1F-8DAF-323B2967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3333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70" name="diagram-7-0068">
            <a:extLst xmlns:a="http://schemas.openxmlformats.org/drawingml/2006/main">
              <a:ext uri="{FF2B5EF4-FFF2-40B4-BE49-F238E27FC236}">
                <a16:creationId xmlns:a16="http://schemas.microsoft.com/office/drawing/2014/main" id="{D245CC4F-A160-4C56-8D44-1D9C9557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71" name="diagram-7-0069">
            <a:extLst xmlns:a="http://schemas.openxmlformats.org/drawingml/2006/main">
              <a:ext uri="{FF2B5EF4-FFF2-40B4-BE49-F238E27FC236}">
                <a16:creationId xmlns:a16="http://schemas.microsoft.com/office/drawing/2014/main" id="{0C38D50A-8AA8-4258-A6D2-91E40158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72" name="diagram-7-0070">
            <a:extLst xmlns:a="http://schemas.openxmlformats.org/drawingml/2006/main">
              <a:ext uri="{FF2B5EF4-FFF2-40B4-BE49-F238E27FC236}">
                <a16:creationId xmlns:a16="http://schemas.microsoft.com/office/drawing/2014/main" id="{3791369F-2223-4B71-A27E-15D9576C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857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73" name="diagram-7-0071">
            <a:extLst xmlns:a="http://schemas.openxmlformats.org/drawingml/2006/main">
              <a:ext uri="{FF2B5EF4-FFF2-40B4-BE49-F238E27FC236}">
                <a16:creationId xmlns:a16="http://schemas.microsoft.com/office/drawing/2014/main" id="{0BFC301C-E725-4E07-80DD-C5B08FE7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74" name="diagram-7-0072">
            <a:extLst xmlns:a="http://schemas.openxmlformats.org/drawingml/2006/main">
              <a:ext uri="{FF2B5EF4-FFF2-40B4-BE49-F238E27FC236}">
                <a16:creationId xmlns:a16="http://schemas.microsoft.com/office/drawing/2014/main" id="{6B795F7C-6DF9-4208-A40B-75401CB3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886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75" name="diagram-7-0073">
            <a:extLst xmlns:a="http://schemas.openxmlformats.org/drawingml/2006/main">
              <a:ext uri="{FF2B5EF4-FFF2-40B4-BE49-F238E27FC236}">
                <a16:creationId xmlns:a16="http://schemas.microsoft.com/office/drawing/2014/main" id="{83DB95C3-96B5-4E6E-BC4D-93B8C26E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771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76" name="diagram-7-0074">
            <a:extLst xmlns:a="http://schemas.openxmlformats.org/drawingml/2006/main">
              <a:ext uri="{FF2B5EF4-FFF2-40B4-BE49-F238E27FC236}">
                <a16:creationId xmlns:a16="http://schemas.microsoft.com/office/drawing/2014/main" id="{BC2EF69A-21CD-45CD-A3C3-A5AAB61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276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77" name="diagram-7-0075">
            <a:extLst xmlns:a="http://schemas.openxmlformats.org/drawingml/2006/main">
              <a:ext uri="{FF2B5EF4-FFF2-40B4-BE49-F238E27FC236}">
                <a16:creationId xmlns:a16="http://schemas.microsoft.com/office/drawing/2014/main" id="{A80CB7F5-F286-4059-961C-14C2647D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162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78" name="diagram-7-0076">
            <a:extLst xmlns:a="http://schemas.openxmlformats.org/drawingml/2006/main">
              <a:ext uri="{FF2B5EF4-FFF2-40B4-BE49-F238E27FC236}">
                <a16:creationId xmlns:a16="http://schemas.microsoft.com/office/drawing/2014/main" id="{EA66D4C2-2386-4B97-95B4-4F712F31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4324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79" name="diagram-7-0077">
            <a:extLst xmlns:a="http://schemas.openxmlformats.org/drawingml/2006/main">
              <a:ext uri="{FF2B5EF4-FFF2-40B4-BE49-F238E27FC236}">
                <a16:creationId xmlns:a16="http://schemas.microsoft.com/office/drawing/2014/main" id="{6D47EF46-66AB-4E49-862E-472A8D3F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80" name="diagram-7-0078">
            <a:extLst xmlns:a="http://schemas.openxmlformats.org/drawingml/2006/main">
              <a:ext uri="{FF2B5EF4-FFF2-40B4-BE49-F238E27FC236}">
                <a16:creationId xmlns:a16="http://schemas.microsoft.com/office/drawing/2014/main" id="{7122575D-56D5-4988-B4CD-01FC7FD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4333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81" name="diagram-7-0079">
            <a:extLst xmlns:a="http://schemas.openxmlformats.org/drawingml/2006/main">
              <a:ext uri="{FF2B5EF4-FFF2-40B4-BE49-F238E27FC236}">
                <a16:creationId xmlns:a16="http://schemas.microsoft.com/office/drawing/2014/main" id="{E7A19766-5EDF-4A04-A368-4FF1EADE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219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82" name="diagram-7-0080">
            <a:extLst xmlns:a="http://schemas.openxmlformats.org/drawingml/2006/main">
              <a:ext uri="{FF2B5EF4-FFF2-40B4-BE49-F238E27FC236}">
                <a16:creationId xmlns:a16="http://schemas.microsoft.com/office/drawing/2014/main" id="{1858B115-7932-4E4C-AA47-492D7B7A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83" name="diagram-7-0081">
            <a:extLst xmlns:a="http://schemas.openxmlformats.org/drawingml/2006/main">
              <a:ext uri="{FF2B5EF4-FFF2-40B4-BE49-F238E27FC236}">
                <a16:creationId xmlns:a16="http://schemas.microsoft.com/office/drawing/2014/main" id="{20C6EE0C-B6E6-4C29-83AF-3BE0CD22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619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84" name="diagram-7-0082">
            <a:extLst xmlns:a="http://schemas.openxmlformats.org/drawingml/2006/main">
              <a:ext uri="{FF2B5EF4-FFF2-40B4-BE49-F238E27FC236}">
                <a16:creationId xmlns:a16="http://schemas.microsoft.com/office/drawing/2014/main" id="{03FB379E-A5B0-4015-B38F-F64066E1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800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85" name="diagram-7-0083">
            <a:extLst xmlns:a="http://schemas.openxmlformats.org/drawingml/2006/main">
              <a:ext uri="{FF2B5EF4-FFF2-40B4-BE49-F238E27FC236}">
                <a16:creationId xmlns:a16="http://schemas.microsoft.com/office/drawing/2014/main" id="{3D3A92DA-7FAB-40EA-9F7A-F7FD9DBD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667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86" name="diagram-7-0084">
            <a:extLst xmlns:a="http://schemas.openxmlformats.org/drawingml/2006/main">
              <a:ext uri="{FF2B5EF4-FFF2-40B4-BE49-F238E27FC236}">
                <a16:creationId xmlns:a16="http://schemas.microsoft.com/office/drawing/2014/main" id="{373ECA83-3C5F-4C14-BB2A-F80ECA2F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829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87" name="diagram-7-0085">
            <a:extLst xmlns:a="http://schemas.openxmlformats.org/drawingml/2006/main">
              <a:ext uri="{FF2B5EF4-FFF2-40B4-BE49-F238E27FC236}">
                <a16:creationId xmlns:a16="http://schemas.microsoft.com/office/drawing/2014/main" id="{E30BA097-6B80-4A14-91F8-19FFB955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88" name="diagram-7-0086">
            <a:extLst xmlns:a="http://schemas.openxmlformats.org/drawingml/2006/main">
              <a:ext uri="{FF2B5EF4-FFF2-40B4-BE49-F238E27FC236}">
                <a16:creationId xmlns:a16="http://schemas.microsoft.com/office/drawing/2014/main" id="{17A0776E-56AA-4559-A772-C3A36288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4191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89" name="diagram-7-0087">
            <a:extLst xmlns:a="http://schemas.openxmlformats.org/drawingml/2006/main">
              <a:ext uri="{FF2B5EF4-FFF2-40B4-BE49-F238E27FC236}">
                <a16:creationId xmlns:a16="http://schemas.microsoft.com/office/drawing/2014/main" id="{A1B2460C-A20D-4B0E-9CC9-304450EF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286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90" name="diagram-7-0088">
            <a:extLst xmlns:a="http://schemas.openxmlformats.org/drawingml/2006/main">
              <a:ext uri="{FF2B5EF4-FFF2-40B4-BE49-F238E27FC236}">
                <a16:creationId xmlns:a16="http://schemas.microsoft.com/office/drawing/2014/main" id="{30F90750-41FC-42B6-8DA1-91679993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86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91" name="diagram-7-0089">
            <a:extLst xmlns:a="http://schemas.openxmlformats.org/drawingml/2006/main">
              <a:ext uri="{FF2B5EF4-FFF2-40B4-BE49-F238E27FC236}">
                <a16:creationId xmlns:a16="http://schemas.microsoft.com/office/drawing/2014/main" id="{875091A6-F87F-4722-85F8-30EAC21C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286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92" name="diagram-7-0090-segment-1">
            <a:extLst xmlns:a="http://schemas.openxmlformats.org/drawingml/2006/main">
              <a:ext uri="{FF2B5EF4-FFF2-40B4-BE49-F238E27FC236}">
                <a16:creationId xmlns:a16="http://schemas.microsoft.com/office/drawing/2014/main" id="{E7F82718-2604-46A3-A3DD-CE8FB934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57675"/>
            <a:ext cx="1924050" cy="133350"/>
          </a:xfrm>
          <a:custGeom xmlns:a="http://schemas.openxmlformats.org/drawingml/2006/main">
            <a:pathLst>
              <a:path w="1924050" h="133350">
                <a:moveTo>
                  <a:pt x="0" y="133350"/>
                </a:moveTo>
                <a:lnTo>
                  <a:pt x="1924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ED7D31"/>
            </a:solidFill>
            <a:prstDash val="dash"/>
          </a:ln>
        </p:spPr>
      </p:sp>
      <p:sp>
        <p:nvSpPr>
          <p:cNvPr id="93" name="diagram-7-0091">
            <a:extLst xmlns:a="http://schemas.openxmlformats.org/drawingml/2006/main">
              <a:ext uri="{FF2B5EF4-FFF2-40B4-BE49-F238E27FC236}">
                <a16:creationId xmlns:a16="http://schemas.microsoft.com/office/drawing/2014/main" id="{B73364A9-2BEB-485B-B1BC-395E8546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D7D31"/>
            </a:solidFill>
            <a:prstDash val="solid"/>
          </a:ln>
        </p:spPr>
      </p:sp>
      <p:sp>
        <p:nvSpPr>
          <p:cNvPr id="94" name="diagram-7-0092">
            <a:extLst xmlns:a="http://schemas.openxmlformats.org/drawingml/2006/main">
              <a:ext uri="{FF2B5EF4-FFF2-40B4-BE49-F238E27FC236}">
                <a16:creationId xmlns:a16="http://schemas.microsoft.com/office/drawing/2014/main" id="{B6F2B18A-10E1-48B4-8950-2CE3EB66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52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95" name="diagram-7-0093">
            <a:extLst xmlns:a="http://schemas.openxmlformats.org/drawingml/2006/main">
              <a:ext uri="{FF2B5EF4-FFF2-40B4-BE49-F238E27FC236}">
                <a16:creationId xmlns:a16="http://schemas.microsoft.com/office/drawing/2014/main" id="{1434FA17-9C8A-402F-AD27-01E43021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4152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96" name="diagram-7-0094-segment-1">
            <a:extLst xmlns:a="http://schemas.openxmlformats.org/drawingml/2006/main">
              <a:ext uri="{FF2B5EF4-FFF2-40B4-BE49-F238E27FC236}">
                <a16:creationId xmlns:a16="http://schemas.microsoft.com/office/drawing/2014/main" id="{018B5447-AE85-4B24-856B-B0E6BC63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486150"/>
            <a:ext cx="1104900" cy="771525"/>
          </a:xfrm>
          <a:custGeom xmlns:a="http://schemas.openxmlformats.org/drawingml/2006/main">
            <a:pathLst>
              <a:path w="1104900" h="771525">
                <a:moveTo>
                  <a:pt x="1104900" y="771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ED7D31"/>
            </a:solidFill>
            <a:prstDash val="dash"/>
          </a:ln>
        </p:spPr>
      </p:sp>
      <p:sp>
        <p:nvSpPr>
          <p:cNvPr id="97" name="diagram-7-0095">
            <a:extLst xmlns:a="http://schemas.openxmlformats.org/drawingml/2006/main">
              <a:ext uri="{FF2B5EF4-FFF2-40B4-BE49-F238E27FC236}">
                <a16:creationId xmlns:a16="http://schemas.microsoft.com/office/drawing/2014/main" id="{0033A2E7-8EB8-4CD6-B45F-D89FB1A5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33750"/>
            <a:ext cx="304800" cy="30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D7D31"/>
            </a:solidFill>
            <a:prstDash val="solid"/>
          </a:ln>
        </p:spPr>
      </p:sp>
      <p:sp>
        <p:nvSpPr>
          <p:cNvPr id="98" name="diagram-7-0096">
            <a:extLst xmlns:a="http://schemas.openxmlformats.org/drawingml/2006/main">
              <a:ext uri="{FF2B5EF4-FFF2-40B4-BE49-F238E27FC236}">
                <a16:creationId xmlns:a16="http://schemas.microsoft.com/office/drawing/2014/main" id="{33150295-2019-491E-8E82-97029B08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3381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99" name="diagram-7-0097">
            <a:extLst xmlns:a="http://schemas.openxmlformats.org/drawingml/2006/main">
              <a:ext uri="{FF2B5EF4-FFF2-40B4-BE49-F238E27FC236}">
                <a16:creationId xmlns:a16="http://schemas.microsoft.com/office/drawing/2014/main" id="{351FEF4E-EFFB-4F58-871E-3ED691DD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3" y="6081522"/>
            <a:ext cx="2352675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破線：代表までの距離</a:t>
            </a:r>
          </a:p>
        </p:txBody>
      </p:sp>
      <p:sp>
        <p:nvSpPr>
          <p:cNvPr id="100" name="diagram-7-0098">
            <a:extLst xmlns:a="http://schemas.openxmlformats.org/drawingml/2006/main">
              <a:ext uri="{FF2B5EF4-FFF2-40B4-BE49-F238E27FC236}">
                <a16:creationId xmlns:a16="http://schemas.microsoft.com/office/drawing/2014/main" id="{62BE7749-87D0-4DE3-A212-9091CDB3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6081522"/>
            <a:ext cx="2352675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一番遠い正常点を選ぶ</a:t>
            </a:r>
          </a:p>
        </p:txBody>
      </p:sp>
      <p:sp>
        <p:nvSpPr>
          <p:cNvPr id="101" name="diagram-7-0099">
            <a:extLst xmlns:a="http://schemas.openxmlformats.org/drawingml/2006/main">
              <a:ext uri="{FF2B5EF4-FFF2-40B4-BE49-F238E27FC236}">
                <a16:creationId xmlns:a16="http://schemas.microsoft.com/office/drawing/2014/main" id="{75A8843C-3C45-48F2-9AEB-2E268407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1385" y="6081522"/>
            <a:ext cx="2792730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広がりを覆う代表が増える</a:t>
            </a:r>
          </a:p>
        </p:txBody>
      </p:sp>
      <p:sp>
        <p:nvSpPr>
          <p:cNvPr id="102" name="diagram-7-0100-segment-1">
            <a:extLst xmlns:a="http://schemas.openxmlformats.org/drawingml/2006/main">
              <a:ext uri="{FF2B5EF4-FFF2-40B4-BE49-F238E27FC236}">
                <a16:creationId xmlns:a16="http://schemas.microsoft.com/office/drawing/2014/main" id="{F37F5F37-0AF5-41E6-9EF1-1B3AA81C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0"/>
            <a:ext cx="14001750" cy="953"/>
          </a:xfrm>
          <a:custGeom xmlns:a="http://schemas.openxmlformats.org/drawingml/2006/main">
            <a:pathLst>
              <a:path w="14001750" h="953">
                <a:moveTo>
                  <a:pt x="0" y="0"/>
                </a:moveTo>
                <a:lnTo>
                  <a:pt x="1400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DDE4"/>
            </a:solidFill>
            <a:prstDash val="solid"/>
          </a:ln>
        </p:spPr>
      </p:sp>
      <p:sp>
        <p:nvSpPr>
          <p:cNvPr id="103" name="diagram-7-0101">
            <a:extLst xmlns:a="http://schemas.openxmlformats.org/drawingml/2006/main">
              <a:ext uri="{FF2B5EF4-FFF2-40B4-BE49-F238E27FC236}">
                <a16:creationId xmlns:a16="http://schemas.microsoft.com/office/drawing/2014/main" id="{81CE3863-9E8C-4900-BD49-7199E3F6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571" y="7184136"/>
            <a:ext cx="7622858" cy="361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各点の「最も近い代表までの距離」を測り、その値が最大の点を追加</a:t>
            </a:r>
          </a:p>
        </p:txBody>
      </p:sp>
      <p:sp>
        <p:nvSpPr>
          <p:cNvPr id="104" name="diagram-7-0102">
            <a:extLst xmlns:a="http://schemas.openxmlformats.org/drawingml/2006/main">
              <a:ext uri="{FF2B5EF4-FFF2-40B4-BE49-F238E27FC236}">
                <a16:creationId xmlns:a16="http://schemas.microsoft.com/office/drawing/2014/main" id="{CBBA164D-1474-4724-BE0D-3A28C3CE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579" y="7694676"/>
            <a:ext cx="6428842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オレンジ：選択済みの代表　　オレンジの輪：次に選ぶ点　　点の配置は説明用</a:t>
            </a:r>
          </a:p>
        </p:txBody>
      </p:sp>
    </p:spTree>
    <p:extLst>
      <p:ext uri="{BB962C8B-B14F-4D97-AF65-F5344CB8AC3E}">
        <p14:creationId xmlns:p14="http://schemas.microsoft.com/office/powerpoint/2010/main" val="261729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diagram-8-0001">
            <a:extLst xmlns:a="http://schemas.openxmlformats.org/drawingml/2006/main">
              <a:ext uri="{FF2B5EF4-FFF2-40B4-BE49-F238E27FC236}">
                <a16:creationId xmlns:a16="http://schemas.microsoft.com/office/drawing/2014/main" id="{0561A8E6-2032-4302-8CAC-85E420A7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71" y="0"/>
            <a:ext cx="13062857" cy="69396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iagram-8-0002">
            <a:extLst xmlns:a="http://schemas.openxmlformats.org/drawingml/2006/main">
              <a:ext uri="{FF2B5EF4-FFF2-40B4-BE49-F238E27FC236}">
                <a16:creationId xmlns:a16="http://schemas.microsoft.com/office/drawing/2014/main" id="{402F2447-73DA-48D8-94FE-6987BE49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071" y="345513"/>
            <a:ext cx="6807109" cy="525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7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507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最近傍距離が、そのパッチの異常度になる</a:t>
            </a:r>
          </a:p>
        </p:txBody>
      </p:sp>
      <p:sp>
        <p:nvSpPr>
          <p:cNvPr id="3" name="diagram-8-0003">
            <a:extLst xmlns:a="http://schemas.openxmlformats.org/drawingml/2006/main">
              <a:ext uri="{FF2B5EF4-FFF2-40B4-BE49-F238E27FC236}">
                <a16:creationId xmlns:a16="http://schemas.microsoft.com/office/drawing/2014/main" id="{038C68EC-B38A-4165-8110-DAFE347F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071" y="843861"/>
            <a:ext cx="6474823" cy="296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検査パッチから、メモリバンク内で最も近い正常特徴までの距離を測る</a:t>
            </a:r>
          </a:p>
        </p:txBody>
      </p:sp>
      <p:sp>
        <p:nvSpPr>
          <p:cNvPr id="4" name="diagram-8-0004">
            <a:extLst xmlns:a="http://schemas.openxmlformats.org/drawingml/2006/main">
              <a:ext uri="{FF2B5EF4-FFF2-40B4-BE49-F238E27FC236}">
                <a16:creationId xmlns:a16="http://schemas.microsoft.com/office/drawing/2014/main" id="{E5E3D841-B495-44DD-AE4A-0D71E3F2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071" y="1673679"/>
            <a:ext cx="7347857" cy="3959679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411">
            <a:solidFill>
              <a:srgbClr val="172233"/>
            </a:solidFill>
            <a:prstDash val="solid"/>
          </a:ln>
        </p:spPr>
      </p:sp>
      <p:sp>
        <p:nvSpPr>
          <p:cNvPr id="5" name="diagram-8-0005">
            <a:extLst xmlns:a="http://schemas.openxmlformats.org/drawingml/2006/main">
              <a:ext uri="{FF2B5EF4-FFF2-40B4-BE49-F238E27FC236}">
                <a16:creationId xmlns:a16="http://schemas.microsoft.com/office/drawing/2014/main" id="{BF263641-1FF2-40D7-B496-4ADD36FF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643" y="1801368"/>
            <a:ext cx="216408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特徴空間の模式図</a:t>
            </a:r>
          </a:p>
        </p:txBody>
      </p:sp>
      <p:sp>
        <p:nvSpPr>
          <p:cNvPr id="6" name="diagram-8-0006">
            <a:extLst xmlns:a="http://schemas.openxmlformats.org/drawingml/2006/main">
              <a:ext uri="{FF2B5EF4-FFF2-40B4-BE49-F238E27FC236}">
                <a16:creationId xmlns:a16="http://schemas.microsoft.com/office/drawing/2014/main" id="{16D1A947-2537-4F9A-9A38-48C9B9F9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643" y="2170394"/>
            <a:ext cx="3547110" cy="24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57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157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灰色の点：メモリバンクにある正常パッチ特徴</a:t>
            </a:r>
          </a:p>
        </p:txBody>
      </p:sp>
      <p:sp>
        <p:nvSpPr>
          <p:cNvPr id="7" name="diagram-8-0007-segment-1">
            <a:extLst xmlns:a="http://schemas.openxmlformats.org/drawingml/2006/main">
              <a:ext uri="{FF2B5EF4-FFF2-40B4-BE49-F238E27FC236}">
                <a16:creationId xmlns:a16="http://schemas.microsoft.com/office/drawing/2014/main" id="{A6A5D29E-6746-43F7-BD21-ED6EE71C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3682093"/>
            <a:ext cx="146957" cy="587829"/>
          </a:xfrm>
          <a:custGeom xmlns:a="http://schemas.openxmlformats.org/drawingml/2006/main">
            <a:pathLst>
              <a:path w="146957" h="587829">
                <a:moveTo>
                  <a:pt x="0" y="0"/>
                </a:moveTo>
                <a:lnTo>
                  <a:pt x="146957" y="587829"/>
                </a:lnTo>
              </a:path>
            </a:pathLst>
          </a:custGeom>
          <a:noFill xmlns:a="http://schemas.openxmlformats.org/drawingml/2006/main"/>
          <a:ln xmlns:a="http://schemas.openxmlformats.org/drawingml/2006/main" w="24493">
            <a:solidFill>
              <a:srgbClr val="455A70"/>
            </a:solidFill>
            <a:prstDash val="dash"/>
          </a:ln>
        </p:spPr>
      </p:sp>
      <p:sp>
        <p:nvSpPr>
          <p:cNvPr id="8" name="diagram-8-0008">
            <a:extLst xmlns:a="http://schemas.openxmlformats.org/drawingml/2006/main">
              <a:ext uri="{FF2B5EF4-FFF2-40B4-BE49-F238E27FC236}">
                <a16:creationId xmlns:a16="http://schemas.microsoft.com/office/drawing/2014/main" id="{42E1CE4D-AA22-4A02-9119-4C54BCB5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093" y="3208564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9" name="diagram-8-0009">
            <a:extLst xmlns:a="http://schemas.openxmlformats.org/drawingml/2006/main">
              <a:ext uri="{FF2B5EF4-FFF2-40B4-BE49-F238E27FC236}">
                <a16:creationId xmlns:a16="http://schemas.microsoft.com/office/drawing/2014/main" id="{7E3EC39E-3700-4C8A-8C6F-D375386D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843" y="2833007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10" name="diagram-8-0010">
            <a:extLst xmlns:a="http://schemas.openxmlformats.org/drawingml/2006/main">
              <a:ext uri="{FF2B5EF4-FFF2-40B4-BE49-F238E27FC236}">
                <a16:creationId xmlns:a16="http://schemas.microsoft.com/office/drawing/2014/main" id="{AE835E65-1774-4ABE-AC56-004CF21B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293" y="3518807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11" name="diagram-8-0011">
            <a:extLst xmlns:a="http://schemas.openxmlformats.org/drawingml/2006/main">
              <a:ext uri="{FF2B5EF4-FFF2-40B4-BE49-F238E27FC236}">
                <a16:creationId xmlns:a16="http://schemas.microsoft.com/office/drawing/2014/main" id="{4360DEF0-82BF-4639-8158-5D9D7E24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057" y="3069771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12" name="diagram-8-0012">
            <a:extLst xmlns:a="http://schemas.openxmlformats.org/drawingml/2006/main">
              <a:ext uri="{FF2B5EF4-FFF2-40B4-BE49-F238E27FC236}">
                <a16:creationId xmlns:a16="http://schemas.microsoft.com/office/drawing/2014/main" id="{18323488-1DCC-4A09-8622-362D6CC8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493" y="3788229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13" name="diagram-8-0013">
            <a:extLst xmlns:a="http://schemas.openxmlformats.org/drawingml/2006/main">
              <a:ext uri="{FF2B5EF4-FFF2-40B4-BE49-F238E27FC236}">
                <a16:creationId xmlns:a16="http://schemas.microsoft.com/office/drawing/2014/main" id="{7CA2C8E1-C520-40F1-B092-A5B6B3B9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107" y="2743200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14" name="diagram-8-0014">
            <a:extLst xmlns:a="http://schemas.openxmlformats.org/drawingml/2006/main">
              <a:ext uri="{FF2B5EF4-FFF2-40B4-BE49-F238E27FC236}">
                <a16:creationId xmlns:a16="http://schemas.microsoft.com/office/drawing/2014/main" id="{5177AF10-95FC-4E52-A06F-0BA1B6D3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3879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15" name="diagram-8-0015">
            <a:extLst xmlns:a="http://schemas.openxmlformats.org/drawingml/2006/main">
              <a:ext uri="{FF2B5EF4-FFF2-40B4-BE49-F238E27FC236}">
                <a16:creationId xmlns:a16="http://schemas.microsoft.com/office/drawing/2014/main" id="{BA40F462-C599-4429-8647-F173E9F9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10693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16" name="diagram-8-0016">
            <a:extLst xmlns:a="http://schemas.openxmlformats.org/drawingml/2006/main">
              <a:ext uri="{FF2B5EF4-FFF2-40B4-BE49-F238E27FC236}">
                <a16:creationId xmlns:a16="http://schemas.microsoft.com/office/drawing/2014/main" id="{1B2ECEDF-544B-4838-AC46-48032833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771" y="2906486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17" name="diagram-8-0017">
            <a:extLst xmlns:a="http://schemas.openxmlformats.org/drawingml/2006/main">
              <a:ext uri="{FF2B5EF4-FFF2-40B4-BE49-F238E27FC236}">
                <a16:creationId xmlns:a16="http://schemas.microsoft.com/office/drawing/2014/main" id="{0BF93BDC-894D-4700-A179-8B021F16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207" y="3469821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18" name="diagram-8-0018">
            <a:extLst xmlns:a="http://schemas.openxmlformats.org/drawingml/2006/main">
              <a:ext uri="{FF2B5EF4-FFF2-40B4-BE49-F238E27FC236}">
                <a16:creationId xmlns:a16="http://schemas.microsoft.com/office/drawing/2014/main" id="{37F17088-D0F9-4234-B40D-994EB680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986" y="4131129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19" name="diagram-8-0019">
            <a:extLst xmlns:a="http://schemas.openxmlformats.org/drawingml/2006/main">
              <a:ext uri="{FF2B5EF4-FFF2-40B4-BE49-F238E27FC236}">
                <a16:creationId xmlns:a16="http://schemas.microsoft.com/office/drawing/2014/main" id="{12F07F78-FFA1-4A49-B985-8CB7807F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02429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20" name="diagram-8-0020">
            <a:extLst xmlns:a="http://schemas.openxmlformats.org/drawingml/2006/main">
              <a:ext uri="{FF2B5EF4-FFF2-40B4-BE49-F238E27FC236}">
                <a16:creationId xmlns:a16="http://schemas.microsoft.com/office/drawing/2014/main" id="{10469D2C-F6E3-45AC-9C79-280FC0BA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98421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21" name="diagram-8-0021">
            <a:extLst xmlns:a="http://schemas.openxmlformats.org/drawingml/2006/main">
              <a:ext uri="{FF2B5EF4-FFF2-40B4-BE49-F238E27FC236}">
                <a16:creationId xmlns:a16="http://schemas.microsoft.com/office/drawing/2014/main" id="{DD6BCA68-8CDC-456A-A8A5-328B51D1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307" y="3388179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22" name="diagram-8-0022">
            <a:extLst xmlns:a="http://schemas.openxmlformats.org/drawingml/2006/main">
              <a:ext uri="{FF2B5EF4-FFF2-40B4-BE49-F238E27FC236}">
                <a16:creationId xmlns:a16="http://schemas.microsoft.com/office/drawing/2014/main" id="{B70EE549-2D68-4766-B749-20D9160E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9486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23" name="diagram-8-0023">
            <a:extLst xmlns:a="http://schemas.openxmlformats.org/drawingml/2006/main">
              <a:ext uri="{FF2B5EF4-FFF2-40B4-BE49-F238E27FC236}">
                <a16:creationId xmlns:a16="http://schemas.microsoft.com/office/drawing/2014/main" id="{1598540A-D1B9-4AD9-AF82-C553A583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193" y="3012621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24" name="diagram-8-0024">
            <a:extLst xmlns:a="http://schemas.openxmlformats.org/drawingml/2006/main">
              <a:ext uri="{FF2B5EF4-FFF2-40B4-BE49-F238E27FC236}">
                <a16:creationId xmlns:a16="http://schemas.microsoft.com/office/drawing/2014/main" id="{A7E6F202-5036-4D9E-8393-BACE0727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793" y="3608614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25" name="diagram-8-0025">
            <a:extLst xmlns:a="http://schemas.openxmlformats.org/drawingml/2006/main">
              <a:ext uri="{FF2B5EF4-FFF2-40B4-BE49-F238E27FC236}">
                <a16:creationId xmlns:a16="http://schemas.microsoft.com/office/drawing/2014/main" id="{194AC138-6D05-4450-9A7A-CBF44C4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6443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26" name="diagram-8-0026">
            <a:extLst xmlns:a="http://schemas.openxmlformats.org/drawingml/2006/main">
              <a:ext uri="{FF2B5EF4-FFF2-40B4-BE49-F238E27FC236}">
                <a16:creationId xmlns:a16="http://schemas.microsoft.com/office/drawing/2014/main" id="{29476760-10F4-4F35-9841-D915AB0C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564" y="4310743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27" name="diagram-8-0027">
            <a:extLst xmlns:a="http://schemas.openxmlformats.org/drawingml/2006/main">
              <a:ext uri="{FF2B5EF4-FFF2-40B4-BE49-F238E27FC236}">
                <a16:creationId xmlns:a16="http://schemas.microsoft.com/office/drawing/2014/main" id="{9A78D442-FA34-4CAE-AC92-88CB63A4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707" y="4441371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28" name="diagram-8-0028">
            <a:extLst xmlns:a="http://schemas.openxmlformats.org/drawingml/2006/main">
              <a:ext uri="{FF2B5EF4-FFF2-40B4-BE49-F238E27FC236}">
                <a16:creationId xmlns:a16="http://schemas.microsoft.com/office/drawing/2014/main" id="{ED1DFCB9-6B3F-43AF-A42C-F771F65B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943" y="4490357"/>
            <a:ext cx="146957" cy="146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1E6"/>
          </a:solidFill>
          <a:ln xmlns:a="http://schemas.openxmlformats.org/drawingml/2006/main" w="14696">
            <a:solidFill>
              <a:srgbClr val="172233"/>
            </a:solidFill>
            <a:prstDash val="solid"/>
          </a:ln>
        </p:spPr>
      </p:sp>
      <p:sp>
        <p:nvSpPr>
          <p:cNvPr id="29" name="diagram-8-0029">
            <a:extLst xmlns:a="http://schemas.openxmlformats.org/drawingml/2006/main">
              <a:ext uri="{FF2B5EF4-FFF2-40B4-BE49-F238E27FC236}">
                <a16:creationId xmlns:a16="http://schemas.microsoft.com/office/drawing/2014/main" id="{3FDECD8D-37BF-41B9-9F37-B8B6886D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214" y="3437164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2657">
            <a:solidFill>
              <a:srgbClr val="285D85"/>
            </a:solidFill>
            <a:prstDash val="solid"/>
          </a:ln>
        </p:spPr>
      </p:sp>
      <p:sp>
        <p:nvSpPr>
          <p:cNvPr id="30" name="diagram-8-0030-segment-1">
            <a:extLst xmlns:a="http://schemas.openxmlformats.org/drawingml/2006/main">
              <a:ext uri="{FF2B5EF4-FFF2-40B4-BE49-F238E27FC236}">
                <a16:creationId xmlns:a16="http://schemas.microsoft.com/office/drawing/2014/main" id="{2254DB55-EB7E-4AC1-A255-AF59213E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14" y="3592286"/>
            <a:ext cx="122464" cy="57150"/>
          </a:xfrm>
          <a:custGeom xmlns:a="http://schemas.openxmlformats.org/drawingml/2006/main">
            <a:pathLst>
              <a:path w="122464" h="57150">
                <a:moveTo>
                  <a:pt x="0" y="57150"/>
                </a:moveTo>
                <a:lnTo>
                  <a:pt x="1224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493">
            <a:solidFill>
              <a:srgbClr val="285D85"/>
            </a:solidFill>
            <a:prstDash val="dash"/>
          </a:ln>
        </p:spPr>
      </p:sp>
      <p:sp>
        <p:nvSpPr>
          <p:cNvPr id="31" name="diagram-8-0031">
            <a:extLst xmlns:a="http://schemas.openxmlformats.org/drawingml/2006/main">
              <a:ext uri="{FF2B5EF4-FFF2-40B4-BE49-F238E27FC236}">
                <a16:creationId xmlns:a16="http://schemas.microsoft.com/office/drawing/2014/main" id="{0153CAA0-A8A3-4478-B70E-4DBE533E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607" y="2999232"/>
            <a:ext cx="1511721" cy="296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検査パッチ q₁</a:t>
            </a:r>
          </a:p>
        </p:txBody>
      </p:sp>
      <p:sp>
        <p:nvSpPr>
          <p:cNvPr id="32" name="diagram-8-0032-segment-1">
            <a:extLst xmlns:a="http://schemas.openxmlformats.org/drawingml/2006/main">
              <a:ext uri="{FF2B5EF4-FFF2-40B4-BE49-F238E27FC236}">
                <a16:creationId xmlns:a16="http://schemas.microsoft.com/office/drawing/2014/main" id="{5CC934D9-2B81-4DA9-BCA7-F7E2D507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664" y="3224893"/>
            <a:ext cx="138793" cy="212271"/>
          </a:xfrm>
          <a:custGeom xmlns:a="http://schemas.openxmlformats.org/drawingml/2006/main">
            <a:pathLst>
              <a:path w="138793" h="212271">
                <a:moveTo>
                  <a:pt x="138793" y="0"/>
                </a:moveTo>
                <a:lnTo>
                  <a:pt x="0" y="212271"/>
                </a:lnTo>
              </a:path>
            </a:pathLst>
          </a:custGeom>
          <a:noFill xmlns:a="http://schemas.openxmlformats.org/drawingml/2006/main"/>
          <a:ln xmlns:a="http://schemas.openxmlformats.org/drawingml/2006/main" w="16329">
            <a:solidFill>
              <a:srgbClr val="285D85"/>
            </a:solidFill>
            <a:prstDash val="solid"/>
          </a:ln>
        </p:spPr>
      </p:sp>
      <p:sp>
        <p:nvSpPr>
          <p:cNvPr id="33" name="diagram-8-0033">
            <a:extLst xmlns:a="http://schemas.openxmlformats.org/drawingml/2006/main">
              <a:ext uri="{FF2B5EF4-FFF2-40B4-BE49-F238E27FC236}">
                <a16:creationId xmlns:a16="http://schemas.microsoft.com/office/drawing/2014/main" id="{4E9A7AEE-D71A-497B-8115-BD815D6F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607" y="3697115"/>
            <a:ext cx="1445623" cy="24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57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157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最近傍距離が短い</a:t>
            </a:r>
          </a:p>
        </p:txBody>
      </p:sp>
      <p:sp>
        <p:nvSpPr>
          <p:cNvPr id="34" name="diagram-8-0034">
            <a:extLst xmlns:a="http://schemas.openxmlformats.org/drawingml/2006/main">
              <a:ext uri="{FF2B5EF4-FFF2-40B4-BE49-F238E27FC236}">
                <a16:creationId xmlns:a16="http://schemas.microsoft.com/office/drawing/2014/main" id="{1FAE30D3-A644-4398-BD1F-69BE4BAB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886" y="4833257"/>
            <a:ext cx="244929" cy="2449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20411">
            <a:solidFill>
              <a:srgbClr val="172233"/>
            </a:solidFill>
            <a:prstDash val="solid"/>
          </a:ln>
        </p:spPr>
      </p:sp>
      <p:sp>
        <p:nvSpPr>
          <p:cNvPr id="35" name="diagram-8-0035-segment-1">
            <a:extLst xmlns:a="http://schemas.openxmlformats.org/drawingml/2006/main">
              <a:ext uri="{FF2B5EF4-FFF2-40B4-BE49-F238E27FC236}">
                <a16:creationId xmlns:a16="http://schemas.microsoft.com/office/drawing/2014/main" id="{4B4A4438-8128-49A2-A771-7BB8F88D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18907"/>
            <a:ext cx="1085850" cy="587829"/>
          </a:xfrm>
          <a:custGeom xmlns:a="http://schemas.openxmlformats.org/drawingml/2006/main">
            <a:pathLst>
              <a:path w="1085850" h="587829">
                <a:moveTo>
                  <a:pt x="0" y="0"/>
                </a:moveTo>
                <a:lnTo>
                  <a:pt x="1085850" y="587829"/>
                </a:lnTo>
              </a:path>
            </a:pathLst>
          </a:custGeom>
          <a:noFill xmlns:a="http://schemas.openxmlformats.org/drawingml/2006/main"/>
          <a:ln xmlns:a="http://schemas.openxmlformats.org/drawingml/2006/main" w="24493">
            <a:solidFill>
              <a:srgbClr val="ED7D31"/>
            </a:solidFill>
            <a:prstDash val="dash"/>
          </a:ln>
        </p:spPr>
      </p:sp>
      <p:sp>
        <p:nvSpPr>
          <p:cNvPr id="36" name="diagram-8-0036">
            <a:extLst xmlns:a="http://schemas.openxmlformats.org/drawingml/2006/main">
              <a:ext uri="{FF2B5EF4-FFF2-40B4-BE49-F238E27FC236}">
                <a16:creationId xmlns:a16="http://schemas.microsoft.com/office/drawing/2014/main" id="{26A15926-7B48-4807-8E7D-182F47E4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66725"/>
            <a:ext cx="1511721" cy="296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検査パッチ q₂</a:t>
            </a:r>
          </a:p>
        </p:txBody>
      </p:sp>
      <p:sp>
        <p:nvSpPr>
          <p:cNvPr id="37" name="diagram-8-0037">
            <a:extLst xmlns:a="http://schemas.openxmlformats.org/drawingml/2006/main">
              <a:ext uri="{FF2B5EF4-FFF2-40B4-BE49-F238E27FC236}">
                <a16:creationId xmlns:a16="http://schemas.microsoft.com/office/drawing/2014/main" id="{EFD54809-B2E8-437D-871D-C8087F21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636" y="5117701"/>
            <a:ext cx="1445623" cy="24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57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157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最近傍距離が長い</a:t>
            </a:r>
          </a:p>
        </p:txBody>
      </p:sp>
      <p:sp>
        <p:nvSpPr>
          <p:cNvPr id="38" name="diagram-8-0038-segment-1">
            <a:extLst xmlns:a="http://schemas.openxmlformats.org/drawingml/2006/main">
              <a:ext uri="{FF2B5EF4-FFF2-40B4-BE49-F238E27FC236}">
                <a16:creationId xmlns:a16="http://schemas.microsoft.com/office/drawing/2014/main" id="{B38893C3-3E45-4B8F-ABFA-0B0E0392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643" y="5119007"/>
            <a:ext cx="408214" cy="953"/>
          </a:xfrm>
          <a:custGeom xmlns:a="http://schemas.openxmlformats.org/drawingml/2006/main">
            <a:pathLst>
              <a:path w="408214" h="953">
                <a:moveTo>
                  <a:pt x="0" y="0"/>
                </a:moveTo>
                <a:lnTo>
                  <a:pt x="408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493">
            <a:solidFill>
              <a:srgbClr val="455A70"/>
            </a:solidFill>
            <a:prstDash val="dash"/>
          </a:ln>
        </p:spPr>
      </p:sp>
      <p:sp>
        <p:nvSpPr>
          <p:cNvPr id="39" name="diagram-8-0039">
            <a:extLst xmlns:a="http://schemas.openxmlformats.org/drawingml/2006/main">
              <a:ext uri="{FF2B5EF4-FFF2-40B4-BE49-F238E27FC236}">
                <a16:creationId xmlns:a16="http://schemas.microsoft.com/office/drawing/2014/main" id="{C545FC20-748A-4E8F-8931-CDF2CB0B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321" y="5019729"/>
            <a:ext cx="3385457" cy="24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57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157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正常内の最大最近傍距離（自己一致を除く）</a:t>
            </a:r>
          </a:p>
        </p:txBody>
      </p:sp>
      <p:sp>
        <p:nvSpPr>
          <p:cNvPr id="40" name="diagram-8-0040">
            <a:extLst xmlns:a="http://schemas.openxmlformats.org/drawingml/2006/main">
              <a:ext uri="{FF2B5EF4-FFF2-40B4-BE49-F238E27FC236}">
                <a16:creationId xmlns:a16="http://schemas.microsoft.com/office/drawing/2014/main" id="{C7FE46E1-7ED8-4362-AB2C-6B0521D7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071" y="2090057"/>
            <a:ext cx="3837214" cy="1265464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411">
            <a:solidFill>
              <a:srgbClr val="285D85"/>
            </a:solidFill>
            <a:prstDash val="solid"/>
          </a:ln>
        </p:spPr>
      </p:sp>
      <p:sp>
        <p:nvSpPr>
          <p:cNvPr id="41" name="diagram-8-0041">
            <a:extLst xmlns:a="http://schemas.openxmlformats.org/drawingml/2006/main">
              <a:ext uri="{FF2B5EF4-FFF2-40B4-BE49-F238E27FC236}">
                <a16:creationId xmlns:a16="http://schemas.microsoft.com/office/drawing/2014/main" id="{1B90C217-610B-4307-9582-84E38F11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821" y="2416629"/>
            <a:ext cx="195943" cy="1959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2657">
            <a:solidFill>
              <a:srgbClr val="285D85"/>
            </a:solidFill>
            <a:prstDash val="solid"/>
          </a:ln>
        </p:spPr>
      </p:sp>
      <p:sp>
        <p:nvSpPr>
          <p:cNvPr id="42" name="diagram-8-0042">
            <a:extLst xmlns:a="http://schemas.openxmlformats.org/drawingml/2006/main">
              <a:ext uri="{FF2B5EF4-FFF2-40B4-BE49-F238E27FC236}">
                <a16:creationId xmlns:a16="http://schemas.microsoft.com/office/drawing/2014/main" id="{B7A034C6-9194-4881-BAD6-AC59F7C9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214" y="2348375"/>
            <a:ext cx="2576474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近い → 異常度が低い</a:t>
            </a:r>
          </a:p>
        </p:txBody>
      </p:sp>
      <p:sp>
        <p:nvSpPr>
          <p:cNvPr id="43" name="diagram-8-0043">
            <a:extLst xmlns:a="http://schemas.openxmlformats.org/drawingml/2006/main">
              <a:ext uri="{FF2B5EF4-FFF2-40B4-BE49-F238E27FC236}">
                <a16:creationId xmlns:a16="http://schemas.microsoft.com/office/drawing/2014/main" id="{CB14AAD1-DCEC-4689-AB38-ACB43597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643" y="2803289"/>
            <a:ext cx="2523309" cy="296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似た正常パッチが見つかる</a:t>
            </a:r>
          </a:p>
        </p:txBody>
      </p:sp>
      <p:sp>
        <p:nvSpPr>
          <p:cNvPr id="44" name="diagram-8-0044">
            <a:extLst xmlns:a="http://schemas.openxmlformats.org/drawingml/2006/main">
              <a:ext uri="{FF2B5EF4-FFF2-40B4-BE49-F238E27FC236}">
                <a16:creationId xmlns:a16="http://schemas.microsoft.com/office/drawing/2014/main" id="{6B335CE2-9107-441E-8B98-1A2B144D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071" y="3894364"/>
            <a:ext cx="3837214" cy="1265464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20411">
            <a:solidFill>
              <a:srgbClr val="ED7D31"/>
            </a:solidFill>
            <a:prstDash val="solid"/>
          </a:ln>
        </p:spPr>
      </p:sp>
      <p:sp>
        <p:nvSpPr>
          <p:cNvPr id="45" name="diagram-8-0045">
            <a:extLst xmlns:a="http://schemas.openxmlformats.org/drawingml/2006/main">
              <a:ext uri="{FF2B5EF4-FFF2-40B4-BE49-F238E27FC236}">
                <a16:creationId xmlns:a16="http://schemas.microsoft.com/office/drawing/2014/main" id="{30E60738-DD41-4591-B8AF-FB6433BB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821" y="4220936"/>
            <a:ext cx="195943" cy="1959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20411">
            <a:solidFill>
              <a:srgbClr val="172233"/>
            </a:solidFill>
            <a:prstDash val="solid"/>
          </a:ln>
        </p:spPr>
      </p:sp>
      <p:sp>
        <p:nvSpPr>
          <p:cNvPr id="46" name="diagram-8-0046">
            <a:extLst xmlns:a="http://schemas.openxmlformats.org/drawingml/2006/main">
              <a:ext uri="{FF2B5EF4-FFF2-40B4-BE49-F238E27FC236}">
                <a16:creationId xmlns:a16="http://schemas.microsoft.com/office/drawing/2014/main" id="{09321AB5-0FEF-4406-ADDF-83740338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214" y="4152682"/>
            <a:ext cx="2576474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遠い → 異常度が高い</a:t>
            </a:r>
          </a:p>
        </p:txBody>
      </p:sp>
      <p:sp>
        <p:nvSpPr>
          <p:cNvPr id="47" name="diagram-8-0047">
            <a:extLst xmlns:a="http://schemas.openxmlformats.org/drawingml/2006/main">
              <a:ext uri="{FF2B5EF4-FFF2-40B4-BE49-F238E27FC236}">
                <a16:creationId xmlns:a16="http://schemas.microsoft.com/office/drawing/2014/main" id="{90C037AC-9C73-4822-A870-290950ED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643" y="4607596"/>
            <a:ext cx="2918460" cy="296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似た正常パッチが見つからない</a:t>
            </a:r>
          </a:p>
        </p:txBody>
      </p:sp>
      <p:sp>
        <p:nvSpPr>
          <p:cNvPr id="48" name="diagram-8-0048-segment-1">
            <a:extLst xmlns:a="http://schemas.openxmlformats.org/drawingml/2006/main">
              <a:ext uri="{FF2B5EF4-FFF2-40B4-BE49-F238E27FC236}">
                <a16:creationId xmlns:a16="http://schemas.microsoft.com/office/drawing/2014/main" id="{A43CEBD8-E048-4026-B13B-7A6EE946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071" y="5919107"/>
            <a:ext cx="11919857" cy="953"/>
          </a:xfrm>
          <a:custGeom xmlns:a="http://schemas.openxmlformats.org/drawingml/2006/main">
            <a:pathLst>
              <a:path w="11919857" h="953">
                <a:moveTo>
                  <a:pt x="0" y="0"/>
                </a:moveTo>
                <a:lnTo>
                  <a:pt x="119198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329">
            <a:solidFill>
              <a:srgbClr val="D7DDE4"/>
            </a:solidFill>
            <a:prstDash val="solid"/>
          </a:ln>
        </p:spPr>
      </p:sp>
      <p:sp>
        <p:nvSpPr>
          <p:cNvPr id="49" name="diagram-8-0049">
            <a:extLst xmlns:a="http://schemas.openxmlformats.org/drawingml/2006/main">
              <a:ext uri="{FF2B5EF4-FFF2-40B4-BE49-F238E27FC236}">
                <a16:creationId xmlns:a16="http://schemas.microsoft.com/office/drawing/2014/main" id="{A4384DC0-B836-4D3A-BFBC-916B92F4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071" y="6075208"/>
            <a:ext cx="2307771" cy="323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43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43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追加の正規化（任意）</a:t>
            </a:r>
          </a:p>
        </p:txBody>
      </p:sp>
      <p:sp>
        <p:nvSpPr>
          <p:cNvPr id="50" name="diagram-8-0050">
            <a:extLst xmlns:a="http://schemas.openxmlformats.org/drawingml/2006/main">
              <a:ext uri="{FF2B5EF4-FFF2-40B4-BE49-F238E27FC236}">
                <a16:creationId xmlns:a16="http://schemas.microsoft.com/office/drawing/2014/main" id="{03849B4C-3799-496A-A6ED-205E809F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071" y="6466114"/>
            <a:ext cx="4980214" cy="1265464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411">
            <a:solidFill>
              <a:srgbClr val="172233"/>
            </a:solidFill>
            <a:prstDash val="solid"/>
          </a:ln>
        </p:spPr>
      </p:sp>
      <p:sp>
        <p:nvSpPr>
          <p:cNvPr id="51" name="diagram-8-0051">
            <a:extLst xmlns:a="http://schemas.openxmlformats.org/drawingml/2006/main">
              <a:ext uri="{FF2B5EF4-FFF2-40B4-BE49-F238E27FC236}">
                <a16:creationId xmlns:a16="http://schemas.microsoft.com/office/drawing/2014/main" id="{A56C43A7-AE70-42D2-8972-39DA367F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821" y="6569311"/>
            <a:ext cx="342138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正常データから基準を求める</a:t>
            </a:r>
          </a:p>
        </p:txBody>
      </p:sp>
      <p:sp>
        <p:nvSpPr>
          <p:cNvPr id="52" name="diagram-8-0052">
            <a:extLst xmlns:a="http://schemas.openxmlformats.org/drawingml/2006/main">
              <a:ext uri="{FF2B5EF4-FFF2-40B4-BE49-F238E27FC236}">
                <a16:creationId xmlns:a16="http://schemas.microsoft.com/office/drawing/2014/main" id="{9AB0382A-9E0E-4D77-BD74-D94BCDC4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821" y="6991568"/>
            <a:ext cx="3123939" cy="296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最近傍距離の例：0.4、0.8、1.0</a:t>
            </a:r>
          </a:p>
        </p:txBody>
      </p:sp>
      <p:sp>
        <p:nvSpPr>
          <p:cNvPr id="53" name="diagram-8-0053">
            <a:extLst xmlns:a="http://schemas.openxmlformats.org/drawingml/2006/main">
              <a:ext uri="{FF2B5EF4-FFF2-40B4-BE49-F238E27FC236}">
                <a16:creationId xmlns:a16="http://schemas.microsoft.com/office/drawing/2014/main" id="{489E5DC7-3035-4CDD-A181-D907645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821" y="7308015"/>
            <a:ext cx="2497444" cy="323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43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43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正常内の最大距離 = 1.0</a:t>
            </a:r>
          </a:p>
        </p:txBody>
      </p:sp>
      <p:sp>
        <p:nvSpPr>
          <p:cNvPr id="54" name="diagram-8-0054">
            <a:extLst xmlns:a="http://schemas.openxmlformats.org/drawingml/2006/main">
              <a:ext uri="{FF2B5EF4-FFF2-40B4-BE49-F238E27FC236}">
                <a16:creationId xmlns:a16="http://schemas.microsoft.com/office/drawing/2014/main" id="{F6ABED6A-B868-430A-9604-C8C2343F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66114"/>
            <a:ext cx="6531429" cy="1265464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411">
            <a:solidFill>
              <a:srgbClr val="172233"/>
            </a:solidFill>
            <a:prstDash val="solid"/>
          </a:ln>
        </p:spPr>
      </p:sp>
      <p:sp>
        <p:nvSpPr>
          <p:cNvPr id="55" name="diagram-8-0055">
            <a:extLst xmlns:a="http://schemas.openxmlformats.org/drawingml/2006/main">
              <a:ext uri="{FF2B5EF4-FFF2-40B4-BE49-F238E27FC236}">
                <a16:creationId xmlns:a16="http://schemas.microsoft.com/office/drawing/2014/main" id="{FA570189-D94C-4425-BC52-583749CB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69311"/>
            <a:ext cx="4588154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検査パッチの距離 ÷ 正常内の最大距離</a:t>
            </a:r>
          </a:p>
        </p:txBody>
      </p:sp>
      <p:sp>
        <p:nvSpPr>
          <p:cNvPr id="56" name="diagram-8-0056">
            <a:extLst xmlns:a="http://schemas.openxmlformats.org/drawingml/2006/main">
              <a:ext uri="{FF2B5EF4-FFF2-40B4-BE49-F238E27FC236}">
                <a16:creationId xmlns:a16="http://schemas.microsoft.com/office/drawing/2014/main" id="{FA65F6BD-4EC8-48A9-BA76-C4D8B6B3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991568"/>
            <a:ext cx="3661345" cy="296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q₁：0.2 ÷ 1.0 = 0.2 （正常に近い）</a:t>
            </a:r>
          </a:p>
        </p:txBody>
      </p:sp>
      <p:sp>
        <p:nvSpPr>
          <p:cNvPr id="57" name="diagram-8-0057">
            <a:extLst xmlns:a="http://schemas.openxmlformats.org/drawingml/2006/main">
              <a:ext uri="{FF2B5EF4-FFF2-40B4-BE49-F238E27FC236}">
                <a16:creationId xmlns:a16="http://schemas.microsoft.com/office/drawing/2014/main" id="{80BE172A-5172-425E-A0E5-9CA649A5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326303"/>
            <a:ext cx="4451648" cy="296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414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q₂：2.7 ÷ 1.0 = 2.7 （正常の最大より遠い）</a:t>
            </a:r>
          </a:p>
        </p:txBody>
      </p:sp>
      <p:sp>
        <p:nvSpPr>
          <p:cNvPr id="58" name="diagram-8-0058">
            <a:extLst xmlns:a="http://schemas.openxmlformats.org/drawingml/2006/main">
              <a:ext uri="{FF2B5EF4-FFF2-40B4-BE49-F238E27FC236}">
                <a16:creationId xmlns:a16="http://schemas.microsoft.com/office/drawing/2014/main" id="{4A5825BC-C117-45E6-85A9-BEF9193E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728" y="7958872"/>
            <a:ext cx="8616544" cy="24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57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157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※ 正規化は標準PatchCoreに追加する処理。基準には別の正常データを使うか、自己一致を除いて距離を計算する。</a:t>
            </a:r>
          </a:p>
        </p:txBody>
      </p:sp>
      <p:sp>
        <p:nvSpPr>
          <p:cNvPr id="59" name="diagram-8-0059">
            <a:extLst xmlns:a="http://schemas.openxmlformats.org/drawingml/2006/main">
              <a:ext uri="{FF2B5EF4-FFF2-40B4-BE49-F238E27FC236}">
                <a16:creationId xmlns:a16="http://schemas.microsoft.com/office/drawing/2014/main" id="{DBF1F185-A6A9-47B1-91B9-DFB279FD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571" y="8220129"/>
            <a:ext cx="4930858" cy="24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57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157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点の配置と数値は説明用。正規化した値は1を超えることがある。</a:t>
            </a:r>
          </a:p>
        </p:txBody>
      </p:sp>
    </p:spTree>
    <p:extLst>
      <p:ext uri="{BB962C8B-B14F-4D97-AF65-F5344CB8AC3E}">
        <p14:creationId xmlns:p14="http://schemas.microsoft.com/office/powerpoint/2010/main" val="12505093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diagram-9-0001">
            <a:extLst xmlns:a="http://schemas.openxmlformats.org/drawingml/2006/main">
              <a:ext uri="{FF2B5EF4-FFF2-40B4-BE49-F238E27FC236}">
                <a16:creationId xmlns:a16="http://schemas.microsoft.com/office/drawing/2014/main" id="{2D1C52B8-D9FE-4132-989C-A25CD736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iagram-9-0002">
            <a:extLst xmlns:a="http://schemas.openxmlformats.org/drawingml/2006/main">
              <a:ext uri="{FF2B5EF4-FFF2-40B4-BE49-F238E27FC236}">
                <a16:creationId xmlns:a16="http://schemas.microsoft.com/office/drawing/2014/main" id="{2CA1152D-F530-40D5-A0DC-E505C17E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3766"/>
            <a:ext cx="8513445" cy="597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最近傍距離を、異常スコアと異常マップにする</a:t>
            </a:r>
          </a:p>
        </p:txBody>
      </p:sp>
      <p:sp>
        <p:nvSpPr>
          <p:cNvPr id="3" name="diagram-9-0003">
            <a:extLst xmlns:a="http://schemas.openxmlformats.org/drawingml/2006/main">
              <a:ext uri="{FF2B5EF4-FFF2-40B4-BE49-F238E27FC236}">
                <a16:creationId xmlns:a16="http://schemas.microsoft.com/office/drawing/2014/main" id="{D5017B29-B4A7-4A2A-88FD-7990D167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95172"/>
            <a:ext cx="6973253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各パッチで「最も似た正常特徴までの距離」を求め、元の位置に戻す</a:t>
            </a:r>
          </a:p>
        </p:txBody>
      </p:sp>
      <p:sp>
        <p:nvSpPr>
          <p:cNvPr id="4" name="diagram-9-0004">
            <a:extLst xmlns:a="http://schemas.openxmlformats.org/drawingml/2006/main">
              <a:ext uri="{FF2B5EF4-FFF2-40B4-BE49-F238E27FC236}">
                <a16:creationId xmlns:a16="http://schemas.microsoft.com/office/drawing/2014/main" id="{57219880-FE6B-4AAE-A69B-476D76AB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296" y="1770507"/>
            <a:ext cx="2691308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① 正常メモリと比較</a:t>
            </a:r>
          </a:p>
        </p:txBody>
      </p:sp>
      <p:sp>
        <p:nvSpPr>
          <p:cNvPr id="5" name="diagram-9-0005">
            <a:extLst xmlns:a="http://schemas.openxmlformats.org/drawingml/2006/main">
              <a:ext uri="{FF2B5EF4-FFF2-40B4-BE49-F238E27FC236}">
                <a16:creationId xmlns:a16="http://schemas.microsoft.com/office/drawing/2014/main" id="{2A1BAC2C-5063-478A-B2E1-B4B66B14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404812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6" name="diagram-9-0006">
            <a:extLst xmlns:a="http://schemas.openxmlformats.org/drawingml/2006/main">
              <a:ext uri="{FF2B5EF4-FFF2-40B4-BE49-F238E27FC236}">
                <a16:creationId xmlns:a16="http://schemas.microsoft.com/office/drawing/2014/main" id="{CF04419E-BC92-4C5E-AE11-CBD0F3EB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7747"/>
            <a:ext cx="2616708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検査パッチ q からの距離</a:t>
            </a:r>
          </a:p>
        </p:txBody>
      </p:sp>
      <p:sp>
        <p:nvSpPr>
          <p:cNvPr id="7" name="diagram-9-0007">
            <a:extLst xmlns:a="http://schemas.openxmlformats.org/drawingml/2006/main">
              <a:ext uri="{FF2B5EF4-FFF2-40B4-BE49-F238E27FC236}">
                <a16:creationId xmlns:a16="http://schemas.microsoft.com/office/drawing/2014/main" id="{F53A6F2E-E212-42B0-857B-01A14D3E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43047"/>
            <a:ext cx="786079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正常 A</a:t>
            </a:r>
          </a:p>
        </p:txBody>
      </p:sp>
      <p:sp>
        <p:nvSpPr>
          <p:cNvPr id="8" name="diagram-9-0008">
            <a:extLst xmlns:a="http://schemas.openxmlformats.org/drawingml/2006/main">
              <a:ext uri="{FF2B5EF4-FFF2-40B4-BE49-F238E27FC236}">
                <a16:creationId xmlns:a16="http://schemas.microsoft.com/office/drawing/2014/main" id="{53E0293D-8C44-450A-B080-14E0AC4F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466" y="2979039"/>
            <a:ext cx="627659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0.8</a:t>
            </a:r>
          </a:p>
        </p:txBody>
      </p:sp>
      <p:sp>
        <p:nvSpPr>
          <p:cNvPr id="9" name="diagram-9-0009">
            <a:extLst xmlns:a="http://schemas.openxmlformats.org/drawingml/2006/main">
              <a:ext uri="{FF2B5EF4-FFF2-40B4-BE49-F238E27FC236}">
                <a16:creationId xmlns:a16="http://schemas.microsoft.com/office/drawing/2014/main" id="{EBEB14CD-D9E2-4832-901B-580F76C6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86150"/>
            <a:ext cx="3476625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23813">
            <a:solidFill>
              <a:srgbClr val="ED7D31"/>
            </a:solidFill>
            <a:prstDash val="solid"/>
          </a:ln>
        </p:spPr>
      </p:sp>
      <p:sp>
        <p:nvSpPr>
          <p:cNvPr id="10" name="diagram-9-0010">
            <a:extLst xmlns:a="http://schemas.openxmlformats.org/drawingml/2006/main">
              <a:ext uri="{FF2B5EF4-FFF2-40B4-BE49-F238E27FC236}">
                <a16:creationId xmlns:a16="http://schemas.microsoft.com/office/drawing/2014/main" id="{0287CF01-5072-43B7-9EEE-90F3B322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52647"/>
            <a:ext cx="786079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正常 B</a:t>
            </a:r>
          </a:p>
        </p:txBody>
      </p:sp>
      <p:sp>
        <p:nvSpPr>
          <p:cNvPr id="11" name="diagram-9-0011">
            <a:extLst xmlns:a="http://schemas.openxmlformats.org/drawingml/2006/main">
              <a:ext uri="{FF2B5EF4-FFF2-40B4-BE49-F238E27FC236}">
                <a16:creationId xmlns:a16="http://schemas.microsoft.com/office/drawing/2014/main" id="{B57B8FBE-0437-4122-87F2-1C61D28B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466" y="3588639"/>
            <a:ext cx="627659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0.2</a:t>
            </a:r>
          </a:p>
        </p:txBody>
      </p:sp>
      <p:sp>
        <p:nvSpPr>
          <p:cNvPr id="12" name="diagram-9-0012">
            <a:extLst xmlns:a="http://schemas.openxmlformats.org/drawingml/2006/main">
              <a:ext uri="{FF2B5EF4-FFF2-40B4-BE49-F238E27FC236}">
                <a16:creationId xmlns:a16="http://schemas.microsoft.com/office/drawing/2014/main" id="{51B80C29-F8C8-491D-B109-C12A8DD8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2247"/>
            <a:ext cx="786079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正常 C</a:t>
            </a:r>
          </a:p>
        </p:txBody>
      </p:sp>
      <p:sp>
        <p:nvSpPr>
          <p:cNvPr id="13" name="diagram-9-0013">
            <a:extLst xmlns:a="http://schemas.openxmlformats.org/drawingml/2006/main">
              <a:ext uri="{FF2B5EF4-FFF2-40B4-BE49-F238E27FC236}">
                <a16:creationId xmlns:a16="http://schemas.microsoft.com/office/drawing/2014/main" id="{091D61CF-585C-4139-A4BD-3AE4BA06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466" y="4198239"/>
            <a:ext cx="627659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1.4</a:t>
            </a:r>
          </a:p>
        </p:txBody>
      </p:sp>
      <p:sp>
        <p:nvSpPr>
          <p:cNvPr id="14" name="diagram-9-0014-segment-1">
            <a:extLst xmlns:a="http://schemas.openxmlformats.org/drawingml/2006/main">
              <a:ext uri="{FF2B5EF4-FFF2-40B4-BE49-F238E27FC236}">
                <a16:creationId xmlns:a16="http://schemas.microsoft.com/office/drawing/2014/main" id="{3C4C0F26-8244-487F-B7AA-F4F6EC77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72025"/>
            <a:ext cx="3448050" cy="953"/>
          </a:xfrm>
          <a:custGeom xmlns:a="http://schemas.openxmlformats.org/drawingml/2006/main">
            <a:pathLst>
              <a:path w="3448050" h="953">
                <a:moveTo>
                  <a:pt x="0" y="0"/>
                </a:moveTo>
                <a:lnTo>
                  <a:pt x="3448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DDE4"/>
            </a:solidFill>
            <a:prstDash val="solid"/>
          </a:ln>
        </p:spPr>
      </p:sp>
      <p:sp>
        <p:nvSpPr>
          <p:cNvPr id="15" name="diagram-9-0015">
            <a:extLst xmlns:a="http://schemas.openxmlformats.org/drawingml/2006/main">
              <a:ext uri="{FF2B5EF4-FFF2-40B4-BE49-F238E27FC236}">
                <a16:creationId xmlns:a16="http://schemas.microsoft.com/office/drawing/2014/main" id="{F186C81A-E8D1-42F2-9DE7-40FFE58C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6236"/>
            <a:ext cx="2263407" cy="361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q の最短距離 = 0.2</a:t>
            </a:r>
          </a:p>
        </p:txBody>
      </p:sp>
      <p:sp>
        <p:nvSpPr>
          <p:cNvPr id="16" name="diagram-9-0016">
            <a:extLst xmlns:a="http://schemas.openxmlformats.org/drawingml/2006/main">
              <a:ext uri="{FF2B5EF4-FFF2-40B4-BE49-F238E27FC236}">
                <a16:creationId xmlns:a16="http://schemas.microsoft.com/office/drawing/2014/main" id="{BE23EED9-137E-4839-8AE6-BCEB7321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4772"/>
            <a:ext cx="2079841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別のパッチ r = 2.7</a:t>
            </a:r>
          </a:p>
        </p:txBody>
      </p:sp>
      <p:sp>
        <p:nvSpPr>
          <p:cNvPr id="17" name="diagram-9-0017">
            <a:extLst xmlns:a="http://schemas.openxmlformats.org/drawingml/2006/main">
              <a:ext uri="{FF2B5EF4-FFF2-40B4-BE49-F238E27FC236}">
                <a16:creationId xmlns:a16="http://schemas.microsoft.com/office/drawing/2014/main" id="{0DC49C61-8939-4E5F-8BF9-19C1D87F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" y="6323076"/>
            <a:ext cx="260413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距離が大きいほど異常らしい</a:t>
            </a:r>
          </a:p>
        </p:txBody>
      </p:sp>
      <p:sp>
        <p:nvSpPr>
          <p:cNvPr id="18" name="diagram-9-0018-segment-1">
            <a:extLst xmlns:a="http://schemas.openxmlformats.org/drawingml/2006/main">
              <a:ext uri="{FF2B5EF4-FFF2-40B4-BE49-F238E27FC236}">
                <a16:creationId xmlns:a16="http://schemas.microsoft.com/office/drawing/2014/main" id="{386D2811-35F0-4CB5-BBC6-55D9D599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9575"/>
            <a:ext cx="666750" cy="953"/>
          </a:xfrm>
          <a:custGeom xmlns:a="http://schemas.openxmlformats.org/drawingml/2006/main">
            <a:pathLst>
              <a:path w="666750" h="953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19" name="diagram-9-0018-arrowhead">
            <a:extLst xmlns:a="http://schemas.openxmlformats.org/drawingml/2006/main">
              <a:ext uri="{FF2B5EF4-FFF2-40B4-BE49-F238E27FC236}">
                <a16:creationId xmlns:a16="http://schemas.microsoft.com/office/drawing/2014/main" id="{BA749545-AD06-48E7-BCBD-0BBD4537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agram-9-0019">
            <a:extLst xmlns:a="http://schemas.openxmlformats.org/drawingml/2006/main">
              <a:ext uri="{FF2B5EF4-FFF2-40B4-BE49-F238E27FC236}">
                <a16:creationId xmlns:a16="http://schemas.microsoft.com/office/drawing/2014/main" id="{4AD878E3-67C7-45EC-9FB4-03C1DD5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1770507"/>
            <a:ext cx="2418893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② 元の位置に戻す</a:t>
            </a:r>
          </a:p>
        </p:txBody>
      </p:sp>
      <p:sp>
        <p:nvSpPr>
          <p:cNvPr id="21" name="diagram-9-0020">
            <a:extLst xmlns:a="http://schemas.openxmlformats.org/drawingml/2006/main">
              <a:ext uri="{FF2B5EF4-FFF2-40B4-BE49-F238E27FC236}">
                <a16:creationId xmlns:a16="http://schemas.microsoft.com/office/drawing/2014/main" id="{40C3FDA4-72ED-4166-A131-B36518BC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33625"/>
            <a:ext cx="404812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22" name="diagram-9-0021">
            <a:extLst xmlns:a="http://schemas.openxmlformats.org/drawingml/2006/main">
              <a:ext uri="{FF2B5EF4-FFF2-40B4-BE49-F238E27FC236}">
                <a16:creationId xmlns:a16="http://schemas.microsoft.com/office/drawing/2014/main" id="{63B5C269-F723-468F-8B30-9B06B180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288" y="2500122"/>
            <a:ext cx="1939023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距離の例（3×3）</a:t>
            </a:r>
          </a:p>
        </p:txBody>
      </p:sp>
      <p:sp>
        <p:nvSpPr>
          <p:cNvPr id="23" name="diagram-9-0022">
            <a:extLst xmlns:a="http://schemas.openxmlformats.org/drawingml/2006/main">
              <a:ext uri="{FF2B5EF4-FFF2-40B4-BE49-F238E27FC236}">
                <a16:creationId xmlns:a16="http://schemas.microsoft.com/office/drawing/2014/main" id="{5C3AA965-B46D-4CDB-8593-D2CAEF70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4" name="diagram-9-0023">
            <a:extLst xmlns:a="http://schemas.openxmlformats.org/drawingml/2006/main">
              <a:ext uri="{FF2B5EF4-FFF2-40B4-BE49-F238E27FC236}">
                <a16:creationId xmlns:a16="http://schemas.microsoft.com/office/drawing/2014/main" id="{4ADD3399-350C-4547-8E26-7D6B9829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920" y="3226689"/>
            <a:ext cx="627659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0.2</a:t>
            </a:r>
          </a:p>
        </p:txBody>
      </p:sp>
      <p:sp>
        <p:nvSpPr>
          <p:cNvPr id="25" name="diagram-9-0024">
            <a:extLst xmlns:a="http://schemas.openxmlformats.org/drawingml/2006/main">
              <a:ext uri="{FF2B5EF4-FFF2-40B4-BE49-F238E27FC236}">
                <a16:creationId xmlns:a16="http://schemas.microsoft.com/office/drawing/2014/main" id="{52FE981B-1937-4A0D-A6B7-FD134BC9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6" name="diagram-9-0025">
            <a:extLst xmlns:a="http://schemas.openxmlformats.org/drawingml/2006/main">
              <a:ext uri="{FF2B5EF4-FFF2-40B4-BE49-F238E27FC236}">
                <a16:creationId xmlns:a16="http://schemas.microsoft.com/office/drawing/2014/main" id="{AB95ABB1-8700-4F20-BF83-8A3650D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920" y="3226689"/>
            <a:ext cx="627659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0.1</a:t>
            </a:r>
          </a:p>
        </p:txBody>
      </p:sp>
      <p:sp>
        <p:nvSpPr>
          <p:cNvPr id="27" name="diagram-9-0026">
            <a:extLst xmlns:a="http://schemas.openxmlformats.org/drawingml/2006/main">
              <a:ext uri="{FF2B5EF4-FFF2-40B4-BE49-F238E27FC236}">
                <a16:creationId xmlns:a16="http://schemas.microsoft.com/office/drawing/2014/main" id="{0652BF22-33F3-47FE-A5E4-377D8EAC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28" name="diagram-9-0027">
            <a:extLst xmlns:a="http://schemas.openxmlformats.org/drawingml/2006/main">
              <a:ext uri="{FF2B5EF4-FFF2-40B4-BE49-F238E27FC236}">
                <a16:creationId xmlns:a16="http://schemas.microsoft.com/office/drawing/2014/main" id="{D9E80029-CDE9-4F74-834B-ACD666E2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920" y="3226689"/>
            <a:ext cx="627659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0.2</a:t>
            </a:r>
          </a:p>
        </p:txBody>
      </p:sp>
      <p:sp>
        <p:nvSpPr>
          <p:cNvPr id="29" name="diagram-9-0028">
            <a:extLst xmlns:a="http://schemas.openxmlformats.org/drawingml/2006/main">
              <a:ext uri="{FF2B5EF4-FFF2-40B4-BE49-F238E27FC236}">
                <a16:creationId xmlns:a16="http://schemas.microsoft.com/office/drawing/2014/main" id="{298767E0-A71A-4F61-855E-6A8F120A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0" name="diagram-9-0029">
            <a:extLst xmlns:a="http://schemas.openxmlformats.org/drawingml/2006/main">
              <a:ext uri="{FF2B5EF4-FFF2-40B4-BE49-F238E27FC236}">
                <a16:creationId xmlns:a16="http://schemas.microsoft.com/office/drawing/2014/main" id="{478DF056-EEE2-411D-AA51-B6D5D81E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920" y="3988689"/>
            <a:ext cx="627659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0.2</a:t>
            </a:r>
          </a:p>
        </p:txBody>
      </p:sp>
      <p:sp>
        <p:nvSpPr>
          <p:cNvPr id="31" name="diagram-9-0030">
            <a:extLst xmlns:a="http://schemas.openxmlformats.org/drawingml/2006/main">
              <a:ext uri="{FF2B5EF4-FFF2-40B4-BE49-F238E27FC236}">
                <a16:creationId xmlns:a16="http://schemas.microsoft.com/office/drawing/2014/main" id="{FF9585BA-51B5-4C79-B665-33140540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23813">
            <a:solidFill>
              <a:srgbClr val="ED7D31"/>
            </a:solidFill>
            <a:prstDash val="solid"/>
          </a:ln>
        </p:spPr>
      </p:sp>
      <p:sp>
        <p:nvSpPr>
          <p:cNvPr id="32" name="diagram-9-0031">
            <a:extLst xmlns:a="http://schemas.openxmlformats.org/drawingml/2006/main">
              <a:ext uri="{FF2B5EF4-FFF2-40B4-BE49-F238E27FC236}">
                <a16:creationId xmlns:a16="http://schemas.microsoft.com/office/drawing/2014/main" id="{FD839704-11BD-4575-8CA6-04EDD3DF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920" y="3988689"/>
            <a:ext cx="627659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2.7</a:t>
            </a:r>
          </a:p>
        </p:txBody>
      </p:sp>
      <p:sp>
        <p:nvSpPr>
          <p:cNvPr id="33" name="diagram-9-0032">
            <a:extLst xmlns:a="http://schemas.openxmlformats.org/drawingml/2006/main">
              <a:ext uri="{FF2B5EF4-FFF2-40B4-BE49-F238E27FC236}">
                <a16:creationId xmlns:a16="http://schemas.microsoft.com/office/drawing/2014/main" id="{098BECBB-5181-4F66-A0CA-516E99A3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23813">
            <a:solidFill>
              <a:srgbClr val="ED7D31"/>
            </a:solidFill>
            <a:prstDash val="solid"/>
          </a:ln>
        </p:spPr>
      </p:sp>
      <p:sp>
        <p:nvSpPr>
          <p:cNvPr id="34" name="diagram-9-0033">
            <a:extLst xmlns:a="http://schemas.openxmlformats.org/drawingml/2006/main">
              <a:ext uri="{FF2B5EF4-FFF2-40B4-BE49-F238E27FC236}">
                <a16:creationId xmlns:a16="http://schemas.microsoft.com/office/drawing/2014/main" id="{ED629B14-4AD3-47F0-8B01-070F3B8D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920" y="3988689"/>
            <a:ext cx="627659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2.3</a:t>
            </a:r>
          </a:p>
        </p:txBody>
      </p:sp>
      <p:sp>
        <p:nvSpPr>
          <p:cNvPr id="35" name="diagram-9-0034">
            <a:extLst xmlns:a="http://schemas.openxmlformats.org/drawingml/2006/main">
              <a:ext uri="{FF2B5EF4-FFF2-40B4-BE49-F238E27FC236}">
                <a16:creationId xmlns:a16="http://schemas.microsoft.com/office/drawing/2014/main" id="{9D181744-88AC-474D-9EED-0B54D6BE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5295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6" name="diagram-9-0035">
            <a:extLst xmlns:a="http://schemas.openxmlformats.org/drawingml/2006/main">
              <a:ext uri="{FF2B5EF4-FFF2-40B4-BE49-F238E27FC236}">
                <a16:creationId xmlns:a16="http://schemas.microsoft.com/office/drawing/2014/main" id="{66BA44C2-0181-4BB0-BF17-FD1CCD6A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920" y="4750689"/>
            <a:ext cx="627659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0.1</a:t>
            </a:r>
          </a:p>
        </p:txBody>
      </p:sp>
      <p:sp>
        <p:nvSpPr>
          <p:cNvPr id="37" name="diagram-9-0036">
            <a:extLst xmlns:a="http://schemas.openxmlformats.org/drawingml/2006/main">
              <a:ext uri="{FF2B5EF4-FFF2-40B4-BE49-F238E27FC236}">
                <a16:creationId xmlns:a16="http://schemas.microsoft.com/office/drawing/2014/main" id="{2AC8C0D1-17E5-4BF6-853C-73E0A01B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5295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38" name="diagram-9-0037">
            <a:extLst xmlns:a="http://schemas.openxmlformats.org/drawingml/2006/main">
              <a:ext uri="{FF2B5EF4-FFF2-40B4-BE49-F238E27FC236}">
                <a16:creationId xmlns:a16="http://schemas.microsoft.com/office/drawing/2014/main" id="{8C3CCA85-A739-4515-A2D8-FA92ACD1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920" y="4750689"/>
            <a:ext cx="627659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0.3</a:t>
            </a:r>
          </a:p>
        </p:txBody>
      </p:sp>
      <p:sp>
        <p:nvSpPr>
          <p:cNvPr id="39" name="diagram-9-0038">
            <a:extLst xmlns:a="http://schemas.openxmlformats.org/drawingml/2006/main">
              <a:ext uri="{FF2B5EF4-FFF2-40B4-BE49-F238E27FC236}">
                <a16:creationId xmlns:a16="http://schemas.microsoft.com/office/drawing/2014/main" id="{A139937D-13C7-4AD9-BE67-968117BC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9050">
            <a:solidFill>
              <a:srgbClr val="172233"/>
            </a:solidFill>
            <a:prstDash val="solid"/>
          </a:ln>
        </p:spPr>
      </p:sp>
      <p:sp>
        <p:nvSpPr>
          <p:cNvPr id="40" name="diagram-9-0039">
            <a:extLst xmlns:a="http://schemas.openxmlformats.org/drawingml/2006/main">
              <a:ext uri="{FF2B5EF4-FFF2-40B4-BE49-F238E27FC236}">
                <a16:creationId xmlns:a16="http://schemas.microsoft.com/office/drawing/2014/main" id="{A3AEA10C-BAF1-48A4-B293-FA9228ED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920" y="4750689"/>
            <a:ext cx="627659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0.2</a:t>
            </a:r>
          </a:p>
        </p:txBody>
      </p:sp>
      <p:sp>
        <p:nvSpPr>
          <p:cNvPr id="41" name="diagram-9-0040">
            <a:extLst xmlns:a="http://schemas.openxmlformats.org/drawingml/2006/main">
              <a:ext uri="{FF2B5EF4-FFF2-40B4-BE49-F238E27FC236}">
                <a16:creationId xmlns:a16="http://schemas.microsoft.com/office/drawing/2014/main" id="{5929A35F-F9DF-4F97-9CBC-541DCB28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5500497"/>
            <a:ext cx="2352675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高い場所は中央と右中</a:t>
            </a:r>
          </a:p>
        </p:txBody>
      </p:sp>
      <p:sp>
        <p:nvSpPr>
          <p:cNvPr id="42" name="diagram-9-0041">
            <a:extLst xmlns:a="http://schemas.openxmlformats.org/drawingml/2006/main">
              <a:ext uri="{FF2B5EF4-FFF2-40B4-BE49-F238E27FC236}">
                <a16:creationId xmlns:a16="http://schemas.microsoft.com/office/drawing/2014/main" id="{CE5B64B6-548C-4CF3-85BB-4C5D9941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12" y="6323076"/>
            <a:ext cx="2249576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実際は28×28 = 784位置</a:t>
            </a:r>
          </a:p>
        </p:txBody>
      </p:sp>
      <p:sp>
        <p:nvSpPr>
          <p:cNvPr id="43" name="diagram-9-0042-segment-1">
            <a:extLst xmlns:a="http://schemas.openxmlformats.org/drawingml/2006/main">
              <a:ext uri="{FF2B5EF4-FFF2-40B4-BE49-F238E27FC236}">
                <a16:creationId xmlns:a16="http://schemas.microsoft.com/office/drawing/2014/main" id="{3F0551A2-4E78-48D5-82E9-81EC2F9B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219575"/>
            <a:ext cx="409575" cy="953"/>
          </a:xfrm>
          <a:custGeom xmlns:a="http://schemas.openxmlformats.org/drawingml/2006/main">
            <a:pathLst>
              <a:path w="409575" h="953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44" name="diagram-9-0042-segment-2">
            <a:extLst xmlns:a="http://schemas.openxmlformats.org/drawingml/2006/main">
              <a:ext uri="{FF2B5EF4-FFF2-40B4-BE49-F238E27FC236}">
                <a16:creationId xmlns:a16="http://schemas.microsoft.com/office/drawing/2014/main" id="{13771FC0-4CCA-46BE-9FF9-F5C1A9F9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86125"/>
            <a:ext cx="953" cy="933450"/>
          </a:xfrm>
          <a:custGeom xmlns:a="http://schemas.openxmlformats.org/drawingml/2006/main">
            <a:pathLst>
              <a:path w="953" h="933450">
                <a:moveTo>
                  <a:pt x="0" y="933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45" name="diagram-9-0042-segment-3">
            <a:extLst xmlns:a="http://schemas.openxmlformats.org/drawingml/2006/main">
              <a:ext uri="{FF2B5EF4-FFF2-40B4-BE49-F238E27FC236}">
                <a16:creationId xmlns:a16="http://schemas.microsoft.com/office/drawing/2014/main" id="{56098C77-09BD-48CF-8AAE-430D6590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86125"/>
            <a:ext cx="400050" cy="953"/>
          </a:xfrm>
          <a:custGeom xmlns:a="http://schemas.openxmlformats.org/drawingml/2006/main">
            <a:pathLst>
              <a:path w="400050" h="953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46" name="diagram-9-0042-arrowhead">
            <a:extLst xmlns:a="http://schemas.openxmlformats.org/drawingml/2006/main">
              <a:ext uri="{FF2B5EF4-FFF2-40B4-BE49-F238E27FC236}">
                <a16:creationId xmlns:a16="http://schemas.microsoft.com/office/drawing/2014/main" id="{484006E8-C859-42B8-BED6-390BDE0E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iagram-9-0043-segment-1">
            <a:extLst xmlns:a="http://schemas.openxmlformats.org/drawingml/2006/main">
              <a:ext uri="{FF2B5EF4-FFF2-40B4-BE49-F238E27FC236}">
                <a16:creationId xmlns:a16="http://schemas.microsoft.com/office/drawing/2014/main" id="{495C7D7F-B245-44A0-9CA7-D407EBE4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219575"/>
            <a:ext cx="953" cy="1019175"/>
          </a:xfrm>
          <a:custGeom xmlns:a="http://schemas.openxmlformats.org/drawingml/2006/main">
            <a:pathLst>
              <a:path w="953" h="1019175">
                <a:moveTo>
                  <a:pt x="0" y="0"/>
                </a:moveTo>
                <a:lnTo>
                  <a:pt x="0" y="10191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48" name="diagram-9-0043-segment-2">
            <a:extLst xmlns:a="http://schemas.openxmlformats.org/drawingml/2006/main">
              <a:ext uri="{FF2B5EF4-FFF2-40B4-BE49-F238E27FC236}">
                <a16:creationId xmlns:a16="http://schemas.microsoft.com/office/drawing/2014/main" id="{CD345473-2185-4CD1-9387-A30AC40E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38750"/>
            <a:ext cx="400050" cy="953"/>
          </a:xfrm>
          <a:custGeom xmlns:a="http://schemas.openxmlformats.org/drawingml/2006/main">
            <a:pathLst>
              <a:path w="400050" h="953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49" name="diagram-9-0044-segment-1">
            <a:extLst xmlns:a="http://schemas.openxmlformats.org/drawingml/2006/main">
              <a:ext uri="{FF2B5EF4-FFF2-40B4-BE49-F238E27FC236}">
                <a16:creationId xmlns:a16="http://schemas.microsoft.com/office/drawing/2014/main" id="{90717A48-4805-464F-8A5E-90D19823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38750"/>
            <a:ext cx="400050" cy="953"/>
          </a:xfrm>
          <a:custGeom xmlns:a="http://schemas.openxmlformats.org/drawingml/2006/main">
            <a:pathLst>
              <a:path w="400050" h="953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50" name="diagram-9-0044-arrowhead">
            <a:extLst xmlns:a="http://schemas.openxmlformats.org/drawingml/2006/main">
              <a:ext uri="{FF2B5EF4-FFF2-40B4-BE49-F238E27FC236}">
                <a16:creationId xmlns:a16="http://schemas.microsoft.com/office/drawing/2014/main" id="{DEEFDD5F-4757-4DD9-980D-734C7A0E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911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iagram-9-0045">
            <a:extLst xmlns:a="http://schemas.openxmlformats.org/drawingml/2006/main">
              <a:ext uri="{FF2B5EF4-FFF2-40B4-BE49-F238E27FC236}">
                <a16:creationId xmlns:a16="http://schemas.microsoft.com/office/drawing/2014/main" id="{8F7E5AE0-AD5B-44F3-9E8B-A130FCAF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9692" y="1770507"/>
            <a:ext cx="2026615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③ 2種類の出力</a:t>
            </a:r>
          </a:p>
        </p:txBody>
      </p:sp>
      <p:sp>
        <p:nvSpPr>
          <p:cNvPr id="52" name="diagram-9-0046">
            <a:extLst xmlns:a="http://schemas.openxmlformats.org/drawingml/2006/main">
              <a:ext uri="{FF2B5EF4-FFF2-40B4-BE49-F238E27FC236}">
                <a16:creationId xmlns:a16="http://schemas.microsoft.com/office/drawing/2014/main" id="{9BD90A9B-0FD2-4250-AAA6-E9632128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0"/>
            <a:ext cx="40481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53" name="diagram-9-0047">
            <a:extLst xmlns:a="http://schemas.openxmlformats.org/drawingml/2006/main">
              <a:ext uri="{FF2B5EF4-FFF2-40B4-BE49-F238E27FC236}">
                <a16:creationId xmlns:a16="http://schemas.microsoft.com/office/drawing/2014/main" id="{D30FAA64-4C1F-4A1C-A50E-79BA56FE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56332"/>
            <a:ext cx="1514475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画像スコア</a:t>
            </a:r>
          </a:p>
        </p:txBody>
      </p:sp>
      <p:sp>
        <p:nvSpPr>
          <p:cNvPr id="54" name="diagram-9-0048">
            <a:extLst xmlns:a="http://schemas.openxmlformats.org/drawingml/2006/main">
              <a:ext uri="{FF2B5EF4-FFF2-40B4-BE49-F238E27FC236}">
                <a16:creationId xmlns:a16="http://schemas.microsoft.com/office/drawing/2014/main" id="{45153CD2-B474-44A7-9D49-EE00A3FE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147822"/>
            <a:ext cx="2643111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最大距離 2.7 を出発点に</a:t>
            </a:r>
          </a:p>
        </p:txBody>
      </p:sp>
      <p:sp>
        <p:nvSpPr>
          <p:cNvPr id="55" name="diagram-9-0049">
            <a:extLst xmlns:a="http://schemas.openxmlformats.org/drawingml/2006/main">
              <a:ext uri="{FF2B5EF4-FFF2-40B4-BE49-F238E27FC236}">
                <a16:creationId xmlns:a16="http://schemas.microsoft.com/office/drawing/2014/main" id="{01DC81E3-BF9B-4EA9-B4E1-6DB8D83F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481197"/>
            <a:ext cx="3153575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再重み付け → 画像全体の判定</a:t>
            </a:r>
          </a:p>
        </p:txBody>
      </p:sp>
      <p:sp>
        <p:nvSpPr>
          <p:cNvPr id="56" name="diagram-9-0050">
            <a:extLst xmlns:a="http://schemas.openxmlformats.org/drawingml/2006/main">
              <a:ext uri="{FF2B5EF4-FFF2-40B4-BE49-F238E27FC236}">
                <a16:creationId xmlns:a16="http://schemas.microsoft.com/office/drawing/2014/main" id="{1285772F-00BB-4FB4-872C-914E328F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29125"/>
            <a:ext cx="404812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2233"/>
            </a:solidFill>
            <a:prstDash val="solid"/>
          </a:ln>
        </p:spPr>
      </p:sp>
      <p:sp>
        <p:nvSpPr>
          <p:cNvPr id="57" name="diagram-9-0051">
            <a:extLst xmlns:a="http://schemas.openxmlformats.org/drawingml/2006/main">
              <a:ext uri="{FF2B5EF4-FFF2-40B4-BE49-F238E27FC236}">
                <a16:creationId xmlns:a16="http://schemas.microsoft.com/office/drawing/2014/main" id="{EF6198DE-43F1-4E3C-9F8E-4681E072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08957"/>
            <a:ext cx="1514475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異常マップ</a:t>
            </a:r>
          </a:p>
        </p:txBody>
      </p:sp>
      <p:sp>
        <p:nvSpPr>
          <p:cNvPr id="58" name="diagram-9-0052">
            <a:extLst xmlns:a="http://schemas.openxmlformats.org/drawingml/2006/main">
              <a:ext uri="{FF2B5EF4-FFF2-40B4-BE49-F238E27FC236}">
                <a16:creationId xmlns:a16="http://schemas.microsoft.com/office/drawing/2014/main" id="{7F689648-66DC-4199-BEBB-FBA9D4AE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100447"/>
            <a:ext cx="2132648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全位置の距離を残す</a:t>
            </a:r>
          </a:p>
        </p:txBody>
      </p:sp>
      <p:sp>
        <p:nvSpPr>
          <p:cNvPr id="59" name="diagram-9-0053">
            <a:extLst xmlns:a="http://schemas.openxmlformats.org/drawingml/2006/main">
              <a:ext uri="{FF2B5EF4-FFF2-40B4-BE49-F238E27FC236}">
                <a16:creationId xmlns:a16="http://schemas.microsoft.com/office/drawing/2014/main" id="{41F7A569-BAC3-44A8-8DE6-BE5DFADB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433822"/>
            <a:ext cx="2203056" cy="33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→ 怪しい場所を示す</a:t>
            </a:r>
          </a:p>
        </p:txBody>
      </p:sp>
      <p:sp>
        <p:nvSpPr>
          <p:cNvPr id="60" name="diagram-9-0054-segment-1">
            <a:extLst xmlns:a="http://schemas.openxmlformats.org/drawingml/2006/main">
              <a:ext uri="{FF2B5EF4-FFF2-40B4-BE49-F238E27FC236}">
                <a16:creationId xmlns:a16="http://schemas.microsoft.com/office/drawing/2014/main" id="{DA8F7EB3-CCBE-46B1-B7A5-CFF0372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24700"/>
            <a:ext cx="14001750" cy="953"/>
          </a:xfrm>
          <a:custGeom xmlns:a="http://schemas.openxmlformats.org/drawingml/2006/main">
            <a:pathLst>
              <a:path w="14001750" h="953">
                <a:moveTo>
                  <a:pt x="0" y="0"/>
                </a:moveTo>
                <a:lnTo>
                  <a:pt x="1400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DDE4"/>
            </a:solidFill>
            <a:prstDash val="solid"/>
          </a:ln>
        </p:spPr>
      </p:sp>
      <p:sp>
        <p:nvSpPr>
          <p:cNvPr id="61" name="diagram-9-0055">
            <a:extLst xmlns:a="http://schemas.openxmlformats.org/drawingml/2006/main">
              <a:ext uri="{FF2B5EF4-FFF2-40B4-BE49-F238E27FC236}">
                <a16:creationId xmlns:a16="http://schemas.microsoft.com/office/drawing/2014/main" id="{C347A759-CA97-4DD2-89DC-518069A4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505" y="7384161"/>
            <a:ext cx="7458989" cy="361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画像スコアは「この画像は異常か」　異常マップは「どこが異常か」</a:t>
            </a:r>
          </a:p>
        </p:txBody>
      </p:sp>
      <p:sp>
        <p:nvSpPr>
          <p:cNvPr id="62" name="diagram-9-0056">
            <a:extLst xmlns:a="http://schemas.openxmlformats.org/drawingml/2006/main">
              <a:ext uri="{FF2B5EF4-FFF2-40B4-BE49-F238E27FC236}">
                <a16:creationId xmlns:a16="http://schemas.microsoft.com/office/drawing/2014/main" id="{CF49ECED-3F8B-4B5F-A575-55935811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793" y="7875651"/>
            <a:ext cx="713041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※ 数値は説明用。実際は784位置の距離を並べ、異常マップは補間・平滑化する。</a:t>
            </a:r>
          </a:p>
        </p:txBody>
      </p:sp>
    </p:spTree>
    <p:extLst>
      <p:ext uri="{BB962C8B-B14F-4D97-AF65-F5344CB8AC3E}">
        <p14:creationId xmlns:p14="http://schemas.microsoft.com/office/powerpoint/2010/main" val="162735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2026-09-24T22:35:48.2720000Z</dcterms:created>
  <dcterms:modified xsi:type="dcterms:W3CDTF">2026-09-24T22:35:48.2720000Z</dcterms:modified>
</coreProperties>
</file>